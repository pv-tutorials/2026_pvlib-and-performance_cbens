
<file path=[Content_Types].xml><?xml version="1.0" encoding="utf-8"?>
<Types xmlns="http://schemas.openxmlformats.org/package/2006/content-types">
  <Default Extension="jpeg" ContentType="image/jpeg"/>
  <Default Extension="php" ContentType="image/pn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62"/>
  </p:notesMasterIdLst>
  <p:sldIdLst>
    <p:sldId id="466" r:id="rId3"/>
    <p:sldId id="1263" r:id="rId4"/>
    <p:sldId id="1268" r:id="rId5"/>
    <p:sldId id="1269" r:id="rId6"/>
    <p:sldId id="2147482916" r:id="rId7"/>
    <p:sldId id="2147482917" r:id="rId8"/>
    <p:sldId id="257" r:id="rId9"/>
    <p:sldId id="411" r:id="rId10"/>
    <p:sldId id="258" r:id="rId11"/>
    <p:sldId id="2147482912" r:id="rId12"/>
    <p:sldId id="1264" r:id="rId13"/>
    <p:sldId id="1265" r:id="rId14"/>
    <p:sldId id="1266" r:id="rId15"/>
    <p:sldId id="2147482911" r:id="rId16"/>
    <p:sldId id="2147482910" r:id="rId17"/>
    <p:sldId id="1270" r:id="rId18"/>
    <p:sldId id="1271" r:id="rId19"/>
    <p:sldId id="2147482914" r:id="rId20"/>
    <p:sldId id="264" r:id="rId21"/>
    <p:sldId id="265" r:id="rId22"/>
    <p:sldId id="266" r:id="rId23"/>
    <p:sldId id="289" r:id="rId24"/>
    <p:sldId id="290" r:id="rId25"/>
    <p:sldId id="291" r:id="rId26"/>
    <p:sldId id="292" r:id="rId27"/>
    <p:sldId id="293" r:id="rId28"/>
    <p:sldId id="294" r:id="rId29"/>
    <p:sldId id="295" r:id="rId30"/>
    <p:sldId id="296" r:id="rId31"/>
    <p:sldId id="2147482936" r:id="rId32"/>
    <p:sldId id="1262" r:id="rId33"/>
    <p:sldId id="260" r:id="rId34"/>
    <p:sldId id="2147482913" r:id="rId35"/>
    <p:sldId id="2147482905" r:id="rId36"/>
    <p:sldId id="2147482908" r:id="rId37"/>
    <p:sldId id="2147482909" r:id="rId38"/>
    <p:sldId id="2147482906" r:id="rId39"/>
    <p:sldId id="2147482907" r:id="rId40"/>
    <p:sldId id="2147482915" r:id="rId41"/>
    <p:sldId id="2147482904" r:id="rId42"/>
    <p:sldId id="262" r:id="rId43"/>
    <p:sldId id="2147482925" r:id="rId44"/>
    <p:sldId id="272" r:id="rId45"/>
    <p:sldId id="273" r:id="rId46"/>
    <p:sldId id="2147482930" r:id="rId47"/>
    <p:sldId id="2147482933" r:id="rId48"/>
    <p:sldId id="2147482931" r:id="rId49"/>
    <p:sldId id="2147482928" r:id="rId50"/>
    <p:sldId id="268" r:id="rId51"/>
    <p:sldId id="256" r:id="rId52"/>
    <p:sldId id="269" r:id="rId53"/>
    <p:sldId id="259" r:id="rId54"/>
    <p:sldId id="2147482934" r:id="rId55"/>
    <p:sldId id="270" r:id="rId56"/>
    <p:sldId id="2147482935" r:id="rId57"/>
    <p:sldId id="263" r:id="rId58"/>
    <p:sldId id="2147482929" r:id="rId59"/>
    <p:sldId id="2147482927" r:id="rId60"/>
    <p:sldId id="2147482932"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04A0EA8-2A71-4EFD-9867-DA1F5BCAD61E}">
          <p14:sldIdLst>
            <p14:sldId id="466"/>
            <p14:sldId id="1263"/>
            <p14:sldId id="1268"/>
          </p14:sldIdLst>
        </p14:section>
        <p14:section name="Overview" id="{8E8CE685-074B-4463-9CEE-D9E2020268DE}">
          <p14:sldIdLst>
            <p14:sldId id="1269"/>
            <p14:sldId id="2147482916"/>
            <p14:sldId id="2147482917"/>
            <p14:sldId id="257"/>
            <p14:sldId id="411"/>
            <p14:sldId id="258"/>
          </p14:sldIdLst>
        </p14:section>
        <p14:section name="TIME" id="{4C36BA36-3CD1-4DC8-917C-EAA7881809F1}">
          <p14:sldIdLst>
            <p14:sldId id="2147482912"/>
            <p14:sldId id="1264"/>
            <p14:sldId id="1265"/>
            <p14:sldId id="1266"/>
            <p14:sldId id="2147482911"/>
            <p14:sldId id="2147482910"/>
            <p14:sldId id="1270"/>
            <p14:sldId id="1271"/>
            <p14:sldId id="2147482914"/>
            <p14:sldId id="264"/>
            <p14:sldId id="265"/>
            <p14:sldId id="266"/>
          </p14:sldIdLst>
        </p14:section>
        <p14:section name="KPIs" id="{FEB688DC-74E2-4FAB-8D24-CE75D2FE128B}">
          <p14:sldIdLst>
            <p14:sldId id="289"/>
            <p14:sldId id="290"/>
            <p14:sldId id="291"/>
            <p14:sldId id="292"/>
            <p14:sldId id="293"/>
            <p14:sldId id="294"/>
            <p14:sldId id="295"/>
            <p14:sldId id="296"/>
          </p14:sldIdLst>
        </p14:section>
        <p14:section name="Perdas" id="{F0DC4A56-DC58-42C6-9C71-193201F9A904}">
          <p14:sldIdLst>
            <p14:sldId id="2147482936"/>
            <p14:sldId id="1262"/>
            <p14:sldId id="260"/>
          </p14:sldIdLst>
        </p14:section>
        <p14:section name="Errors" id="{101FB856-5FC8-4005-AF62-D09899057345}">
          <p14:sldIdLst>
            <p14:sldId id="2147482913"/>
            <p14:sldId id="2147482905"/>
            <p14:sldId id="2147482908"/>
            <p14:sldId id="2147482909"/>
            <p14:sldId id="2147482906"/>
            <p14:sldId id="2147482907"/>
          </p14:sldIdLst>
        </p14:section>
        <p14:section name="Deeper Dive" id="{AEA18CE3-9049-47CD-816E-D061D0AD7180}">
          <p14:sldIdLst>
            <p14:sldId id="2147482915"/>
            <p14:sldId id="2147482904"/>
            <p14:sldId id="262"/>
          </p14:sldIdLst>
        </p14:section>
        <p14:section name="PVCaptest and RDTOOLS" id="{8EAFAC7E-9F3E-4D98-A68E-A0E041457A07}">
          <p14:sldIdLst>
            <p14:sldId id="2147482925"/>
            <p14:sldId id="272"/>
            <p14:sldId id="273"/>
            <p14:sldId id="2147482930"/>
            <p14:sldId id="2147482933"/>
            <p14:sldId id="2147482931"/>
            <p14:sldId id="2147482928"/>
            <p14:sldId id="268"/>
            <p14:sldId id="256"/>
            <p14:sldId id="269"/>
            <p14:sldId id="259"/>
            <p14:sldId id="2147482934"/>
            <p14:sldId id="270"/>
            <p14:sldId id="2147482935"/>
            <p14:sldId id="263"/>
            <p14:sldId id="2147482929"/>
            <p14:sldId id="2147482927"/>
            <p14:sldId id="214748293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8E2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9A1ACE-EAA4-4104-9FA3-DCC2658596E4}" v="74" dt="2026-10-26T22:22:38.9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p:scale>
          <a:sx n="77" d="100"/>
          <a:sy n="77" d="100"/>
        </p:scale>
        <p:origin x="902"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microsoft.com/office/2016/11/relationships/changesInfo" Target="changesInfos/changesInfo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lvana Ovaitt" userId="c9c4c088356be7f9" providerId="LiveId" clId="{A454C109-3727-48F4-B8C5-A2A5A7483881}"/>
    <pc:docChg chg="undo custSel addSld delSld modSld sldOrd delMainMaster modMainMaster addSection modSection">
      <pc:chgData name="Silvana Ovaitt" userId="c9c4c088356be7f9" providerId="LiveId" clId="{A454C109-3727-48F4-B8C5-A2A5A7483881}" dt="2026-10-26T22:23:28.954" v="2272" actId="403"/>
      <pc:docMkLst>
        <pc:docMk/>
      </pc:docMkLst>
      <pc:sldChg chg="addSp modSp add mod ord">
        <pc:chgData name="Silvana Ovaitt" userId="c9c4c088356be7f9" providerId="LiveId" clId="{A454C109-3727-48F4-B8C5-A2A5A7483881}" dt="2026-10-26T19:56:33.077" v="2062" actId="20577"/>
        <pc:sldMkLst>
          <pc:docMk/>
          <pc:sldMk cId="1700838712" sldId="256"/>
        </pc:sldMkLst>
        <pc:spChg chg="add mod">
          <ac:chgData name="Silvana Ovaitt" userId="c9c4c088356be7f9" providerId="LiveId" clId="{A454C109-3727-48F4-B8C5-A2A5A7483881}" dt="2026-10-26T19:56:33.077" v="2062" actId="20577"/>
          <ac:spMkLst>
            <pc:docMk/>
            <pc:sldMk cId="1700838712" sldId="256"/>
            <ac:spMk id="3" creationId="{E0EE8816-1015-2974-7B0D-3FD7D89E6B5C}"/>
          </ac:spMkLst>
        </pc:spChg>
      </pc:sldChg>
      <pc:sldChg chg="addSp delSp modSp mod ord modClrScheme chgLayout">
        <pc:chgData name="Silvana Ovaitt" userId="c9c4c088356be7f9" providerId="LiveId" clId="{A454C109-3727-48F4-B8C5-A2A5A7483881}" dt="2026-10-26T19:46:12.727" v="1982"/>
        <pc:sldMkLst>
          <pc:docMk/>
          <pc:sldMk cId="1319136552" sldId="257"/>
        </pc:sldMkLst>
        <pc:spChg chg="mod ord">
          <ac:chgData name="Silvana Ovaitt" userId="c9c4c088356be7f9" providerId="LiveId" clId="{A454C109-3727-48F4-B8C5-A2A5A7483881}" dt="2026-10-24T14:39:40.515" v="455" actId="1076"/>
          <ac:spMkLst>
            <pc:docMk/>
            <pc:sldMk cId="1319136552" sldId="257"/>
            <ac:spMk id="2" creationId="{5EB49215-EAF5-4E5E-EDF7-F66B80AE3E82}"/>
          </ac:spMkLst>
        </pc:spChg>
        <pc:spChg chg="mod ord">
          <ac:chgData name="Silvana Ovaitt" userId="c9c4c088356be7f9" providerId="LiveId" clId="{A454C109-3727-48F4-B8C5-A2A5A7483881}" dt="2026-10-24T15:24:40.101" v="1680" actId="1076"/>
          <ac:spMkLst>
            <pc:docMk/>
            <pc:sldMk cId="1319136552" sldId="257"/>
            <ac:spMk id="3" creationId="{C451003F-33F2-E295-E8C6-9044BF0DFC6C}"/>
          </ac:spMkLst>
        </pc:spChg>
      </pc:sldChg>
      <pc:sldChg chg="addSp modSp mod ord modClrScheme chgLayout">
        <pc:chgData name="Silvana Ovaitt" userId="c9c4c088356be7f9" providerId="LiveId" clId="{A454C109-3727-48F4-B8C5-A2A5A7483881}" dt="2026-10-24T15:21:41.658" v="1589"/>
        <pc:sldMkLst>
          <pc:docMk/>
          <pc:sldMk cId="1519305260" sldId="258"/>
        </pc:sldMkLst>
        <pc:spChg chg="mod ord">
          <ac:chgData name="Silvana Ovaitt" userId="c9c4c088356be7f9" providerId="LiveId" clId="{A454C109-3727-48F4-B8C5-A2A5A7483881}" dt="2026-10-24T15:14:01.732" v="1343" actId="1076"/>
          <ac:spMkLst>
            <pc:docMk/>
            <pc:sldMk cId="1519305260" sldId="258"/>
            <ac:spMk id="2" creationId="{8CA42DCB-BA0D-AB02-D7BC-D0EABF156A57}"/>
          </ac:spMkLst>
        </pc:spChg>
        <pc:spChg chg="mod ord">
          <ac:chgData name="Silvana Ovaitt" userId="c9c4c088356be7f9" providerId="LiveId" clId="{A454C109-3727-48F4-B8C5-A2A5A7483881}" dt="2026-10-24T15:14:47.804" v="1372" actId="1076"/>
          <ac:spMkLst>
            <pc:docMk/>
            <pc:sldMk cId="1519305260" sldId="258"/>
            <ac:spMk id="3" creationId="{725D2EB8-D816-701B-3150-8E4BB02A50E7}"/>
          </ac:spMkLst>
        </pc:spChg>
        <pc:spChg chg="add mod">
          <ac:chgData name="Silvana Ovaitt" userId="c9c4c088356be7f9" providerId="LiveId" clId="{A454C109-3727-48F4-B8C5-A2A5A7483881}" dt="2026-10-24T15:14:52.937" v="1374" actId="1076"/>
          <ac:spMkLst>
            <pc:docMk/>
            <pc:sldMk cId="1519305260" sldId="258"/>
            <ac:spMk id="5" creationId="{B8ADC788-D97C-2CDF-9611-02FD609669C4}"/>
          </ac:spMkLst>
        </pc:spChg>
      </pc:sldChg>
      <pc:sldChg chg="addSp modSp add mod ord setBg">
        <pc:chgData name="Silvana Ovaitt" userId="c9c4c088356be7f9" providerId="LiveId" clId="{A454C109-3727-48F4-B8C5-A2A5A7483881}" dt="2026-10-26T19:57:52.135" v="2096" actId="20577"/>
        <pc:sldMkLst>
          <pc:docMk/>
          <pc:sldMk cId="4258246251" sldId="259"/>
        </pc:sldMkLst>
        <pc:spChg chg="add mod">
          <ac:chgData name="Silvana Ovaitt" userId="c9c4c088356be7f9" providerId="LiveId" clId="{A454C109-3727-48F4-B8C5-A2A5A7483881}" dt="2026-10-26T19:57:52.135" v="2096" actId="20577"/>
          <ac:spMkLst>
            <pc:docMk/>
            <pc:sldMk cId="4258246251" sldId="259"/>
            <ac:spMk id="3" creationId="{DC803778-A6EC-64AD-2955-E9C67A7DA959}"/>
          </ac:spMkLst>
        </pc:spChg>
      </pc:sldChg>
      <pc:sldChg chg="addSp delSp modSp mod ord modClrScheme chgLayout">
        <pc:chgData name="Silvana Ovaitt" userId="c9c4c088356be7f9" providerId="LiveId" clId="{A454C109-3727-48F4-B8C5-A2A5A7483881}" dt="2026-10-24T14:46:22.500" v="598" actId="14100"/>
        <pc:sldMkLst>
          <pc:docMk/>
          <pc:sldMk cId="351570703" sldId="260"/>
        </pc:sldMkLst>
        <pc:spChg chg="mod ord">
          <ac:chgData name="Silvana Ovaitt" userId="c9c4c088356be7f9" providerId="LiveId" clId="{A454C109-3727-48F4-B8C5-A2A5A7483881}" dt="2026-10-24T14:46:22.500" v="598" actId="14100"/>
          <ac:spMkLst>
            <pc:docMk/>
            <pc:sldMk cId="351570703" sldId="260"/>
            <ac:spMk id="2" creationId="{B0D807CE-D33F-C189-F61A-C1A51902AB57}"/>
          </ac:spMkLst>
        </pc:spChg>
        <pc:spChg chg="mod ord">
          <ac:chgData name="Silvana Ovaitt" userId="c9c4c088356be7f9" providerId="LiveId" clId="{A454C109-3727-48F4-B8C5-A2A5A7483881}" dt="2026-10-24T14:45:46.846" v="596" actId="1076"/>
          <ac:spMkLst>
            <pc:docMk/>
            <pc:sldMk cId="351570703" sldId="260"/>
            <ac:spMk id="3" creationId="{ABB8D2D9-AF40-0313-FA4C-FF83836B3A97}"/>
          </ac:spMkLst>
        </pc:spChg>
      </pc:sldChg>
      <pc:sldChg chg="modSp del mod ord modClrScheme chgLayout">
        <pc:chgData name="Silvana Ovaitt" userId="c9c4c088356be7f9" providerId="LiveId" clId="{A454C109-3727-48F4-B8C5-A2A5A7483881}" dt="2026-10-26T22:18:11.830" v="2141" actId="47"/>
        <pc:sldMkLst>
          <pc:docMk/>
          <pc:sldMk cId="2040587670" sldId="261"/>
        </pc:sldMkLst>
      </pc:sldChg>
      <pc:sldChg chg="modSp mod ord modClrScheme chgLayout">
        <pc:chgData name="Silvana Ovaitt" userId="c9c4c088356be7f9" providerId="LiveId" clId="{A454C109-3727-48F4-B8C5-A2A5A7483881}" dt="2026-10-26T19:45:28.649" v="1963"/>
        <pc:sldMkLst>
          <pc:docMk/>
          <pc:sldMk cId="2418570222" sldId="262"/>
        </pc:sldMkLst>
        <pc:spChg chg="mod ord">
          <ac:chgData name="Silvana Ovaitt" userId="c9c4c088356be7f9" providerId="LiveId" clId="{A454C109-3727-48F4-B8C5-A2A5A7483881}" dt="2026-10-24T15:09:15.735" v="1183" actId="700"/>
          <ac:spMkLst>
            <pc:docMk/>
            <pc:sldMk cId="2418570222" sldId="262"/>
            <ac:spMk id="2" creationId="{8145A8A5-1060-A131-19E1-99296452C292}"/>
          </ac:spMkLst>
        </pc:spChg>
        <pc:graphicFrameChg chg="mod ord">
          <ac:chgData name="Silvana Ovaitt" userId="c9c4c088356be7f9" providerId="LiveId" clId="{A454C109-3727-48F4-B8C5-A2A5A7483881}" dt="2026-10-24T15:09:18.918" v="1184" actId="1076"/>
          <ac:graphicFrameMkLst>
            <pc:docMk/>
            <pc:sldMk cId="2418570222" sldId="262"/>
            <ac:graphicFrameMk id="4" creationId="{36D47E56-EB6E-A360-2B07-C19158DA96F9}"/>
          </ac:graphicFrameMkLst>
        </pc:graphicFrameChg>
      </pc:sldChg>
      <pc:sldChg chg="add ord setBg">
        <pc:chgData name="Silvana Ovaitt" userId="c9c4c088356be7f9" providerId="LiveId" clId="{A454C109-3727-48F4-B8C5-A2A5A7483881}" dt="2026-10-26T19:57:27.093" v="2078"/>
        <pc:sldMkLst>
          <pc:docMk/>
          <pc:sldMk cId="1108951037" sldId="263"/>
        </pc:sldMkLst>
      </pc:sldChg>
      <pc:sldChg chg="modSp mod ord modClrScheme chgLayout">
        <pc:chgData name="Silvana Ovaitt" userId="c9c4c088356be7f9" providerId="LiveId" clId="{A454C109-3727-48F4-B8C5-A2A5A7483881}" dt="2026-10-26T19:47:55.131" v="1990"/>
        <pc:sldMkLst>
          <pc:docMk/>
          <pc:sldMk cId="3314263850" sldId="264"/>
        </pc:sldMkLst>
        <pc:spChg chg="mod ord">
          <ac:chgData name="Silvana Ovaitt" userId="c9c4c088356be7f9" providerId="LiveId" clId="{A454C109-3727-48F4-B8C5-A2A5A7483881}" dt="2026-10-24T15:09:06.948" v="1181" actId="1076"/>
          <ac:spMkLst>
            <pc:docMk/>
            <pc:sldMk cId="3314263850" sldId="264"/>
            <ac:spMk id="2" creationId="{39362BAD-AA5F-90C4-55A5-D7C1098B3250}"/>
          </ac:spMkLst>
        </pc:spChg>
        <pc:spChg chg="mod ord">
          <ac:chgData name="Silvana Ovaitt" userId="c9c4c088356be7f9" providerId="LiveId" clId="{A454C109-3727-48F4-B8C5-A2A5A7483881}" dt="2026-10-24T15:09:09.007" v="1182" actId="1076"/>
          <ac:spMkLst>
            <pc:docMk/>
            <pc:sldMk cId="3314263850" sldId="264"/>
            <ac:spMk id="3" creationId="{D01468AD-A0F9-D8E8-AA99-B5A50B23AD1B}"/>
          </ac:spMkLst>
        </pc:spChg>
      </pc:sldChg>
      <pc:sldChg chg="addSp delSp modSp mod ord modClrScheme chgLayout">
        <pc:chgData name="Silvana Ovaitt" userId="c9c4c088356be7f9" providerId="LiveId" clId="{A454C109-3727-48F4-B8C5-A2A5A7483881}" dt="2026-10-26T19:47:55.131" v="1990"/>
        <pc:sldMkLst>
          <pc:docMk/>
          <pc:sldMk cId="2080583983" sldId="265"/>
        </pc:sldMkLst>
        <pc:spChg chg="add mod ord">
          <ac:chgData name="Silvana Ovaitt" userId="c9c4c088356be7f9" providerId="LiveId" clId="{A454C109-3727-48F4-B8C5-A2A5A7483881}" dt="2026-10-24T15:09:39.740" v="1232" actId="20577"/>
          <ac:spMkLst>
            <pc:docMk/>
            <pc:sldMk cId="2080583983" sldId="265"/>
            <ac:spMk id="2" creationId="{B527D70A-6507-8F8F-2668-D15DE98944B4}"/>
          </ac:spMkLst>
        </pc:spChg>
        <pc:spChg chg="mod ord">
          <ac:chgData name="Silvana Ovaitt" userId="c9c4c088356be7f9" providerId="LiveId" clId="{A454C109-3727-48F4-B8C5-A2A5A7483881}" dt="2026-10-24T15:09:45.573" v="1238" actId="113"/>
          <ac:spMkLst>
            <pc:docMk/>
            <pc:sldMk cId="2080583983" sldId="265"/>
            <ac:spMk id="8" creationId="{B74ABADE-16E2-45A4-F1CA-43F979902BA5}"/>
          </ac:spMkLst>
        </pc:spChg>
        <pc:spChg chg="mod ord">
          <ac:chgData name="Silvana Ovaitt" userId="c9c4c088356be7f9" providerId="LiveId" clId="{A454C109-3727-48F4-B8C5-A2A5A7483881}" dt="2026-10-24T15:09:51.731" v="1242" actId="113"/>
          <ac:spMkLst>
            <pc:docMk/>
            <pc:sldMk cId="2080583983" sldId="265"/>
            <ac:spMk id="9" creationId="{53D6228F-9C7C-D23E-AAD6-8BFCA9300B64}"/>
          </ac:spMkLst>
        </pc:spChg>
        <pc:picChg chg="mod">
          <ac:chgData name="Silvana Ovaitt" userId="c9c4c088356be7f9" providerId="LiveId" clId="{A454C109-3727-48F4-B8C5-A2A5A7483881}" dt="2026-10-24T15:09:55.665" v="1244" actId="1076"/>
          <ac:picMkLst>
            <pc:docMk/>
            <pc:sldMk cId="2080583983" sldId="265"/>
            <ac:picMk id="11" creationId="{A31A874F-3EF1-BCF2-F3B1-AE5D5E47CDA4}"/>
          </ac:picMkLst>
        </pc:picChg>
      </pc:sldChg>
      <pc:sldChg chg="addSp delSp modSp mod ord modClrScheme chgLayout">
        <pc:chgData name="Silvana Ovaitt" userId="c9c4c088356be7f9" providerId="LiveId" clId="{A454C109-3727-48F4-B8C5-A2A5A7483881}" dt="2026-10-26T19:47:55.131" v="1990"/>
        <pc:sldMkLst>
          <pc:docMk/>
          <pc:sldMk cId="2156459924" sldId="266"/>
        </pc:sldMkLst>
        <pc:spChg chg="add mod ord">
          <ac:chgData name="Silvana Ovaitt" userId="c9c4c088356be7f9" providerId="LiveId" clId="{A454C109-3727-48F4-B8C5-A2A5A7483881}" dt="2026-10-24T15:10:12.557" v="1280" actId="20577"/>
          <ac:spMkLst>
            <pc:docMk/>
            <pc:sldMk cId="2156459924" sldId="266"/>
            <ac:spMk id="3" creationId="{6586F671-177E-BA6A-B0E5-292D34954036}"/>
          </ac:spMkLst>
        </pc:spChg>
        <pc:graphicFrameChg chg="mod ord modGraphic">
          <ac:chgData name="Silvana Ovaitt" userId="c9c4c088356be7f9" providerId="LiveId" clId="{A454C109-3727-48F4-B8C5-A2A5A7483881}" dt="2026-10-24T15:10:30.885" v="1287" actId="1076"/>
          <ac:graphicFrameMkLst>
            <pc:docMk/>
            <pc:sldMk cId="2156459924" sldId="266"/>
            <ac:graphicFrameMk id="5" creationId="{1E2E44E1-95B1-BDEF-28DA-39D11C0891A6}"/>
          </ac:graphicFrameMkLst>
        </pc:graphicFrameChg>
      </pc:sldChg>
      <pc:sldChg chg="addSp delSp modSp del mod ord modClrScheme chgLayout">
        <pc:chgData name="Silvana Ovaitt" userId="c9c4c088356be7f9" providerId="LiveId" clId="{A454C109-3727-48F4-B8C5-A2A5A7483881}" dt="2026-10-26T22:20:56.317" v="2163" actId="47"/>
        <pc:sldMkLst>
          <pc:docMk/>
          <pc:sldMk cId="1319599822" sldId="267"/>
        </pc:sldMkLst>
        <pc:spChg chg="add del">
          <ac:chgData name="Silvana Ovaitt" userId="c9c4c088356be7f9" providerId="LiveId" clId="{A454C109-3727-48F4-B8C5-A2A5A7483881}" dt="2026-10-26T11:28:17.063" v="1713" actId="22"/>
          <ac:spMkLst>
            <pc:docMk/>
            <pc:sldMk cId="1319599822" sldId="267"/>
            <ac:spMk id="3" creationId="{A46E3D10-E45F-A2F0-A439-8020C22C22F8}"/>
          </ac:spMkLst>
        </pc:spChg>
      </pc:sldChg>
      <pc:sldChg chg="modSp add mod">
        <pc:chgData name="Silvana Ovaitt" userId="c9c4c088356be7f9" providerId="LiveId" clId="{A454C109-3727-48F4-B8C5-A2A5A7483881}" dt="2026-10-26T19:56:22.315" v="2049" actId="5793"/>
        <pc:sldMkLst>
          <pc:docMk/>
          <pc:sldMk cId="1404283263" sldId="268"/>
        </pc:sldMkLst>
        <pc:spChg chg="mod">
          <ac:chgData name="Silvana Ovaitt" userId="c9c4c088356be7f9" providerId="LiveId" clId="{A454C109-3727-48F4-B8C5-A2A5A7483881}" dt="2026-10-26T19:56:22.315" v="2049" actId="5793"/>
          <ac:spMkLst>
            <pc:docMk/>
            <pc:sldMk cId="1404283263" sldId="268"/>
            <ac:spMk id="2" creationId="{638B6FCE-4A47-A4DA-EF88-34A92C753DB7}"/>
          </ac:spMkLst>
        </pc:spChg>
        <pc:spChg chg="mod">
          <ac:chgData name="Silvana Ovaitt" userId="c9c4c088356be7f9" providerId="LiveId" clId="{A454C109-3727-48F4-B8C5-A2A5A7483881}" dt="2026-10-26T19:43:20.065" v="1948" actId="20577"/>
          <ac:spMkLst>
            <pc:docMk/>
            <pc:sldMk cId="1404283263" sldId="268"/>
            <ac:spMk id="3" creationId="{2B10D45A-F4C3-7C74-B731-0A26F0959B07}"/>
          </ac:spMkLst>
        </pc:spChg>
      </pc:sldChg>
      <pc:sldChg chg="modSp add mod">
        <pc:chgData name="Silvana Ovaitt" userId="c9c4c088356be7f9" providerId="LiveId" clId="{A454C109-3727-48F4-B8C5-A2A5A7483881}" dt="2026-10-26T19:56:25.418" v="2050" actId="5793"/>
        <pc:sldMkLst>
          <pc:docMk/>
          <pc:sldMk cId="3701858089" sldId="269"/>
        </pc:sldMkLst>
        <pc:spChg chg="mod">
          <ac:chgData name="Silvana Ovaitt" userId="c9c4c088356be7f9" providerId="LiveId" clId="{A454C109-3727-48F4-B8C5-A2A5A7483881}" dt="2026-10-26T19:56:25.418" v="2050" actId="5793"/>
          <ac:spMkLst>
            <pc:docMk/>
            <pc:sldMk cId="3701858089" sldId="269"/>
            <ac:spMk id="2" creationId="{CA164666-56CD-3D7F-7D65-CC147C2310D5}"/>
          </ac:spMkLst>
        </pc:spChg>
      </pc:sldChg>
      <pc:sldChg chg="modSp add mod ord">
        <pc:chgData name="Silvana Ovaitt" userId="c9c4c088356be7f9" providerId="LiveId" clId="{A454C109-3727-48F4-B8C5-A2A5A7483881}" dt="2026-10-26T22:23:18.104" v="2268" actId="20577"/>
        <pc:sldMkLst>
          <pc:docMk/>
          <pc:sldMk cId="3741202739" sldId="270"/>
        </pc:sldMkLst>
        <pc:spChg chg="mod">
          <ac:chgData name="Silvana Ovaitt" userId="c9c4c088356be7f9" providerId="LiveId" clId="{A454C109-3727-48F4-B8C5-A2A5A7483881}" dt="2026-10-26T22:23:08.967" v="2264" actId="5793"/>
          <ac:spMkLst>
            <pc:docMk/>
            <pc:sldMk cId="3741202739" sldId="270"/>
            <ac:spMk id="2" creationId="{3685C48C-E936-5436-6CDD-8EBF8652F923}"/>
          </ac:spMkLst>
        </pc:spChg>
        <pc:spChg chg="mod">
          <ac:chgData name="Silvana Ovaitt" userId="c9c4c088356be7f9" providerId="LiveId" clId="{A454C109-3727-48F4-B8C5-A2A5A7483881}" dt="2026-10-26T22:23:18.104" v="2268" actId="20577"/>
          <ac:spMkLst>
            <pc:docMk/>
            <pc:sldMk cId="3741202739" sldId="270"/>
            <ac:spMk id="3" creationId="{C68DF0DD-9E13-8834-70D6-082C0CAF91ED}"/>
          </ac:spMkLst>
        </pc:spChg>
      </pc:sldChg>
      <pc:sldChg chg="addSp modSp add mod">
        <pc:chgData name="Silvana Ovaitt" userId="c9c4c088356be7f9" providerId="LiveId" clId="{A454C109-3727-48F4-B8C5-A2A5A7483881}" dt="2026-10-26T19:56:03.088" v="2044" actId="14100"/>
        <pc:sldMkLst>
          <pc:docMk/>
          <pc:sldMk cId="609925613" sldId="272"/>
        </pc:sldMkLst>
        <pc:spChg chg="add mod">
          <ac:chgData name="Silvana Ovaitt" userId="c9c4c088356be7f9" providerId="LiveId" clId="{A454C109-3727-48F4-B8C5-A2A5A7483881}" dt="2026-10-26T19:56:00.436" v="2043" actId="403"/>
          <ac:spMkLst>
            <pc:docMk/>
            <pc:sldMk cId="609925613" sldId="272"/>
            <ac:spMk id="2" creationId="{72B14D8A-3082-FF4F-F4BB-BFECC0353B85}"/>
          </ac:spMkLst>
        </pc:spChg>
        <pc:picChg chg="mod">
          <ac:chgData name="Silvana Ovaitt" userId="c9c4c088356be7f9" providerId="LiveId" clId="{A454C109-3727-48F4-B8C5-A2A5A7483881}" dt="2026-10-26T19:56:03.088" v="2044" actId="14100"/>
          <ac:picMkLst>
            <pc:docMk/>
            <pc:sldMk cId="609925613" sldId="272"/>
            <ac:picMk id="5" creationId="{9487CBE3-1789-4F98-B074-60063C37EBF4}"/>
          </ac:picMkLst>
        </pc:picChg>
      </pc:sldChg>
      <pc:sldChg chg="addSp add mod setBg">
        <pc:chgData name="Silvana Ovaitt" userId="c9c4c088356be7f9" providerId="LiveId" clId="{A454C109-3727-48F4-B8C5-A2A5A7483881}" dt="2026-10-26T19:56:09.586" v="2045" actId="22"/>
        <pc:sldMkLst>
          <pc:docMk/>
          <pc:sldMk cId="3336113669" sldId="273"/>
        </pc:sldMkLst>
        <pc:spChg chg="add">
          <ac:chgData name="Silvana Ovaitt" userId="c9c4c088356be7f9" providerId="LiveId" clId="{A454C109-3727-48F4-B8C5-A2A5A7483881}" dt="2026-10-26T19:56:09.586" v="2045" actId="22"/>
          <ac:spMkLst>
            <pc:docMk/>
            <pc:sldMk cId="3336113669" sldId="273"/>
            <ac:spMk id="3" creationId="{8DF11CC8-C098-DC21-1C67-856536619E4A}"/>
          </ac:spMkLst>
        </pc:spChg>
      </pc:sldChg>
      <pc:sldChg chg="add ord">
        <pc:chgData name="Silvana Ovaitt" userId="c9c4c088356be7f9" providerId="LiveId" clId="{A454C109-3727-48F4-B8C5-A2A5A7483881}" dt="2026-10-26T19:47:52.054" v="1988"/>
        <pc:sldMkLst>
          <pc:docMk/>
          <pc:sldMk cId="0" sldId="289"/>
        </pc:sldMkLst>
      </pc:sldChg>
      <pc:sldChg chg="modSp add mod ord">
        <pc:chgData name="Silvana Ovaitt" userId="c9c4c088356be7f9" providerId="LiveId" clId="{A454C109-3727-48F4-B8C5-A2A5A7483881}" dt="2026-10-26T22:19:49.214" v="2146" actId="732"/>
        <pc:sldMkLst>
          <pc:docMk/>
          <pc:sldMk cId="0" sldId="290"/>
        </pc:sldMkLst>
        <pc:picChg chg="mod modCrop">
          <ac:chgData name="Silvana Ovaitt" userId="c9c4c088356be7f9" providerId="LiveId" clId="{A454C109-3727-48F4-B8C5-A2A5A7483881}" dt="2026-10-26T22:19:49.214" v="2146" actId="732"/>
          <ac:picMkLst>
            <pc:docMk/>
            <pc:sldMk cId="0" sldId="290"/>
            <ac:picMk id="504" creationId="{00000000-0000-0000-0000-000000000000}"/>
          </ac:picMkLst>
        </pc:picChg>
      </pc:sldChg>
      <pc:sldChg chg="modSp add mod ord">
        <pc:chgData name="Silvana Ovaitt" userId="c9c4c088356be7f9" providerId="LiveId" clId="{A454C109-3727-48F4-B8C5-A2A5A7483881}" dt="2026-10-26T22:19:58.545" v="2161" actId="20577"/>
        <pc:sldMkLst>
          <pc:docMk/>
          <pc:sldMk cId="0" sldId="291"/>
        </pc:sldMkLst>
        <pc:spChg chg="mod">
          <ac:chgData name="Silvana Ovaitt" userId="c9c4c088356be7f9" providerId="LiveId" clId="{A454C109-3727-48F4-B8C5-A2A5A7483881}" dt="2026-10-26T22:19:58.545" v="2161" actId="20577"/>
          <ac:spMkLst>
            <pc:docMk/>
            <pc:sldMk cId="0" sldId="291"/>
            <ac:spMk id="510" creationId="{00000000-0000-0000-0000-000000000000}"/>
          </ac:spMkLst>
        </pc:spChg>
      </pc:sldChg>
      <pc:sldChg chg="add ord">
        <pc:chgData name="Silvana Ovaitt" userId="c9c4c088356be7f9" providerId="LiveId" clId="{A454C109-3727-48F4-B8C5-A2A5A7483881}" dt="2026-10-26T19:47:52.054" v="1988"/>
        <pc:sldMkLst>
          <pc:docMk/>
          <pc:sldMk cId="0" sldId="292"/>
        </pc:sldMkLst>
      </pc:sldChg>
      <pc:sldChg chg="add ord">
        <pc:chgData name="Silvana Ovaitt" userId="c9c4c088356be7f9" providerId="LiveId" clId="{A454C109-3727-48F4-B8C5-A2A5A7483881}" dt="2026-10-26T19:47:52.054" v="1988"/>
        <pc:sldMkLst>
          <pc:docMk/>
          <pc:sldMk cId="0" sldId="293"/>
        </pc:sldMkLst>
      </pc:sldChg>
      <pc:sldChg chg="add ord">
        <pc:chgData name="Silvana Ovaitt" userId="c9c4c088356be7f9" providerId="LiveId" clId="{A454C109-3727-48F4-B8C5-A2A5A7483881}" dt="2026-10-26T19:47:52.054" v="1988"/>
        <pc:sldMkLst>
          <pc:docMk/>
          <pc:sldMk cId="0" sldId="294"/>
        </pc:sldMkLst>
      </pc:sldChg>
      <pc:sldChg chg="add ord">
        <pc:chgData name="Silvana Ovaitt" userId="c9c4c088356be7f9" providerId="LiveId" clId="{A454C109-3727-48F4-B8C5-A2A5A7483881}" dt="2026-10-26T19:47:52.054" v="1988"/>
        <pc:sldMkLst>
          <pc:docMk/>
          <pc:sldMk cId="0" sldId="295"/>
        </pc:sldMkLst>
      </pc:sldChg>
      <pc:sldChg chg="add ord">
        <pc:chgData name="Silvana Ovaitt" userId="c9c4c088356be7f9" providerId="LiveId" clId="{A454C109-3727-48F4-B8C5-A2A5A7483881}" dt="2026-10-26T19:47:52.054" v="1988"/>
        <pc:sldMkLst>
          <pc:docMk/>
          <pc:sldMk cId="0" sldId="296"/>
        </pc:sldMkLst>
      </pc:sldChg>
      <pc:sldChg chg="add del">
        <pc:chgData name="Silvana Ovaitt" userId="c9c4c088356be7f9" providerId="LiveId" clId="{A454C109-3727-48F4-B8C5-A2A5A7483881}" dt="2026-10-26T16:41:54.117" v="1781" actId="47"/>
        <pc:sldMkLst>
          <pc:docMk/>
          <pc:sldMk cId="1619663703" sldId="303"/>
        </pc:sldMkLst>
      </pc:sldChg>
      <pc:sldChg chg="addSp delSp modSp add mod ord modClrScheme chgLayout">
        <pc:chgData name="Silvana Ovaitt" userId="c9c4c088356be7f9" providerId="LiveId" clId="{A454C109-3727-48F4-B8C5-A2A5A7483881}" dt="2026-10-24T15:24:12.070" v="1677" actId="20577"/>
        <pc:sldMkLst>
          <pc:docMk/>
          <pc:sldMk cId="1894621340" sldId="411"/>
        </pc:sldMkLst>
        <pc:spChg chg="mod ord">
          <ac:chgData name="Silvana Ovaitt" userId="c9c4c088356be7f9" providerId="LiveId" clId="{A454C109-3727-48F4-B8C5-A2A5A7483881}" dt="2026-10-24T15:12:01.101" v="1311" actId="20577"/>
          <ac:spMkLst>
            <pc:docMk/>
            <pc:sldMk cId="1894621340" sldId="411"/>
            <ac:spMk id="4" creationId="{93FB7A9D-CDBE-9623-D8E5-4D684EA85181}"/>
          </ac:spMkLst>
        </pc:spChg>
        <pc:spChg chg="add mod">
          <ac:chgData name="Silvana Ovaitt" userId="c9c4c088356be7f9" providerId="LiveId" clId="{A454C109-3727-48F4-B8C5-A2A5A7483881}" dt="2026-10-24T15:24:12.070" v="1677" actId="20577"/>
          <ac:spMkLst>
            <pc:docMk/>
            <pc:sldMk cId="1894621340" sldId="411"/>
            <ac:spMk id="10" creationId="{E6CF94E8-6C8B-4D54-E4C6-853BB113DF11}"/>
          </ac:spMkLst>
        </pc:spChg>
      </pc:sldChg>
      <pc:sldChg chg="addSp delSp modSp add mod ord">
        <pc:chgData name="Silvana Ovaitt" userId="c9c4c088356be7f9" providerId="LiveId" clId="{A454C109-3727-48F4-B8C5-A2A5A7483881}" dt="2026-10-26T20:50:53.741" v="2115" actId="767"/>
        <pc:sldMkLst>
          <pc:docMk/>
          <pc:sldMk cId="3302735956" sldId="466"/>
        </pc:sldMkLst>
        <pc:spChg chg="add del mod">
          <ac:chgData name="Silvana Ovaitt" userId="c9c4c088356be7f9" providerId="LiveId" clId="{A454C109-3727-48F4-B8C5-A2A5A7483881}" dt="2026-10-24T14:37:06.996" v="399" actId="404"/>
          <ac:spMkLst>
            <pc:docMk/>
            <pc:sldMk cId="3302735956" sldId="466"/>
            <ac:spMk id="2" creationId="{EF5C8FC8-705A-CEBF-9880-8D0B24A43617}"/>
          </ac:spMkLst>
        </pc:spChg>
        <pc:spChg chg="add mod">
          <ac:chgData name="Silvana Ovaitt" userId="c9c4c088356be7f9" providerId="LiveId" clId="{A454C109-3727-48F4-B8C5-A2A5A7483881}" dt="2026-10-26T20:50:53.741" v="2115" actId="767"/>
          <ac:spMkLst>
            <pc:docMk/>
            <pc:sldMk cId="3302735956" sldId="466"/>
            <ac:spMk id="3" creationId="{2D5FCD9E-EB88-840A-605E-408F388B3B9F}"/>
          </ac:spMkLst>
        </pc:spChg>
        <pc:spChg chg="add mod">
          <ac:chgData name="Silvana Ovaitt" userId="c9c4c088356be7f9" providerId="LiveId" clId="{A454C109-3727-48F4-B8C5-A2A5A7483881}" dt="2026-10-24T14:36:49.789" v="380" actId="1036"/>
          <ac:spMkLst>
            <pc:docMk/>
            <pc:sldMk cId="3302735956" sldId="466"/>
            <ac:spMk id="6" creationId="{AAD159D1-04A7-969C-2640-08E1907D4843}"/>
          </ac:spMkLst>
        </pc:spChg>
        <pc:spChg chg="add mod">
          <ac:chgData name="Silvana Ovaitt" userId="c9c4c088356be7f9" providerId="LiveId" clId="{A454C109-3727-48F4-B8C5-A2A5A7483881}" dt="2026-10-24T14:36:49.789" v="380" actId="1036"/>
          <ac:spMkLst>
            <pc:docMk/>
            <pc:sldMk cId="3302735956" sldId="466"/>
            <ac:spMk id="8" creationId="{8E86B506-67B5-E052-4996-CF7536B03AA4}"/>
          </ac:spMkLst>
        </pc:spChg>
        <pc:picChg chg="add mod">
          <ac:chgData name="Silvana Ovaitt" userId="c9c4c088356be7f9" providerId="LiveId" clId="{A454C109-3727-48F4-B8C5-A2A5A7483881}" dt="2026-10-24T14:36:49.789" v="380" actId="1036"/>
          <ac:picMkLst>
            <pc:docMk/>
            <pc:sldMk cId="3302735956" sldId="466"/>
            <ac:picMk id="4" creationId="{7581C07E-B307-61E0-1F93-5DE74A312221}"/>
          </ac:picMkLst>
        </pc:picChg>
        <pc:picChg chg="add mod">
          <ac:chgData name="Silvana Ovaitt" userId="c9c4c088356be7f9" providerId="LiveId" clId="{A454C109-3727-48F4-B8C5-A2A5A7483881}" dt="2026-10-24T14:36:49.789" v="380" actId="1036"/>
          <ac:picMkLst>
            <pc:docMk/>
            <pc:sldMk cId="3302735956" sldId="466"/>
            <ac:picMk id="10" creationId="{F717E1AE-8178-5820-BFB6-AF0F818ED0CB}"/>
          </ac:picMkLst>
        </pc:picChg>
        <pc:picChg chg="add mod">
          <ac:chgData name="Silvana Ovaitt" userId="c9c4c088356be7f9" providerId="LiveId" clId="{A454C109-3727-48F4-B8C5-A2A5A7483881}" dt="2026-10-24T14:36:49.789" v="380" actId="1036"/>
          <ac:picMkLst>
            <pc:docMk/>
            <pc:sldMk cId="3302735956" sldId="466"/>
            <ac:picMk id="12" creationId="{9875A7B7-9364-781B-D72A-0CAC664FEFA1}"/>
          </ac:picMkLst>
        </pc:picChg>
        <pc:picChg chg="add mod">
          <ac:chgData name="Silvana Ovaitt" userId="c9c4c088356be7f9" providerId="LiveId" clId="{A454C109-3727-48F4-B8C5-A2A5A7483881}" dt="2026-10-24T14:36:49.789" v="380" actId="1036"/>
          <ac:picMkLst>
            <pc:docMk/>
            <pc:sldMk cId="3302735956" sldId="466"/>
            <ac:picMk id="14" creationId="{A6A4A1A9-3C68-EACF-9C8D-5FA1D72BAE3E}"/>
          </ac:picMkLst>
        </pc:picChg>
        <pc:picChg chg="add mod">
          <ac:chgData name="Silvana Ovaitt" userId="c9c4c088356be7f9" providerId="LiveId" clId="{A454C109-3727-48F4-B8C5-A2A5A7483881}" dt="2026-10-24T14:36:49.789" v="380" actId="1036"/>
          <ac:picMkLst>
            <pc:docMk/>
            <pc:sldMk cId="3302735956" sldId="466"/>
            <ac:picMk id="16" creationId="{EABC2E5F-8E4E-5EE9-1F2D-3B328DC54F84}"/>
          </ac:picMkLst>
        </pc:picChg>
      </pc:sldChg>
      <pc:sldChg chg="add del">
        <pc:chgData name="Silvana Ovaitt" userId="c9c4c088356be7f9" providerId="LiveId" clId="{A454C109-3727-48F4-B8C5-A2A5A7483881}" dt="2026-10-26T19:44:32.567" v="1955" actId="2696"/>
        <pc:sldMkLst>
          <pc:docMk/>
          <pc:sldMk cId="4075320783" sldId="476"/>
        </pc:sldMkLst>
      </pc:sldChg>
      <pc:sldChg chg="add del">
        <pc:chgData name="Silvana Ovaitt" userId="c9c4c088356be7f9" providerId="LiveId" clId="{A454C109-3727-48F4-B8C5-A2A5A7483881}" dt="2026-10-26T19:44:32.567" v="1955" actId="2696"/>
        <pc:sldMkLst>
          <pc:docMk/>
          <pc:sldMk cId="1951560137" sldId="915"/>
        </pc:sldMkLst>
      </pc:sldChg>
      <pc:sldChg chg="modSp add mod ord modClrScheme chgLayout">
        <pc:chgData name="Silvana Ovaitt" userId="c9c4c088356be7f9" providerId="LiveId" clId="{A454C109-3727-48F4-B8C5-A2A5A7483881}" dt="2026-10-24T15:16:28.264" v="1389"/>
        <pc:sldMkLst>
          <pc:docMk/>
          <pc:sldMk cId="1677683616" sldId="1262"/>
        </pc:sldMkLst>
        <pc:spChg chg="mod ord">
          <ac:chgData name="Silvana Ovaitt" userId="c9c4c088356be7f9" providerId="LiveId" clId="{A454C109-3727-48F4-B8C5-A2A5A7483881}" dt="2026-10-24T14:40:11.146" v="457" actId="14100"/>
          <ac:spMkLst>
            <pc:docMk/>
            <pc:sldMk cId="1677683616" sldId="1262"/>
            <ac:spMk id="2" creationId="{06434D43-877B-314F-A0C3-F2F2DA6EA389}"/>
          </ac:spMkLst>
        </pc:spChg>
      </pc:sldChg>
      <pc:sldChg chg="addSp delSp modSp new mod ord">
        <pc:chgData name="Silvana Ovaitt" userId="c9c4c088356be7f9" providerId="LiveId" clId="{A454C109-3727-48F4-B8C5-A2A5A7483881}" dt="2026-10-24T15:15:09.499" v="1379"/>
        <pc:sldMkLst>
          <pc:docMk/>
          <pc:sldMk cId="2886338248" sldId="1263"/>
        </pc:sldMkLst>
        <pc:spChg chg="mod">
          <ac:chgData name="Silvana Ovaitt" userId="c9c4c088356be7f9" providerId="LiveId" clId="{A454C109-3727-48F4-B8C5-A2A5A7483881}" dt="2026-10-24T14:24:45.807" v="63" actId="313"/>
          <ac:spMkLst>
            <pc:docMk/>
            <pc:sldMk cId="2886338248" sldId="1263"/>
            <ac:spMk id="3" creationId="{2CB9EA95-C36C-4D2D-CCFA-26936E5FCD24}"/>
          </ac:spMkLst>
        </pc:spChg>
        <pc:picChg chg="add mod">
          <ac:chgData name="Silvana Ovaitt" userId="c9c4c088356be7f9" providerId="LiveId" clId="{A454C109-3727-48F4-B8C5-A2A5A7483881}" dt="2026-10-24T14:24:24.817" v="37" actId="1076"/>
          <ac:picMkLst>
            <pc:docMk/>
            <pc:sldMk cId="2886338248" sldId="1263"/>
            <ac:picMk id="6" creationId="{E8901C79-368B-D510-FD91-CB91C8BF5458}"/>
          </ac:picMkLst>
        </pc:picChg>
      </pc:sldChg>
      <pc:sldChg chg="addSp delSp modSp add mod ord setBg modClrScheme chgLayout">
        <pc:chgData name="Silvana Ovaitt" userId="c9c4c088356be7f9" providerId="LiveId" clId="{A454C109-3727-48F4-B8C5-A2A5A7483881}" dt="2026-10-26T19:47:55.131" v="1990"/>
        <pc:sldMkLst>
          <pc:docMk/>
          <pc:sldMk cId="0" sldId="1264"/>
        </pc:sldMkLst>
        <pc:spChg chg="add mod ord">
          <ac:chgData name="Silvana Ovaitt" userId="c9c4c088356be7f9" providerId="LiveId" clId="{A454C109-3727-48F4-B8C5-A2A5A7483881}" dt="2026-10-24T14:53:45.866" v="753" actId="20577"/>
          <ac:spMkLst>
            <pc:docMk/>
            <pc:sldMk cId="0" sldId="1264"/>
            <ac:spMk id="35" creationId="{607BDD63-E83B-80B5-D83D-A3F4A709CD7A}"/>
          </ac:spMkLst>
        </pc:spChg>
      </pc:sldChg>
      <pc:sldChg chg="addSp delSp modSp add mod ord setBg modClrScheme chgLayout">
        <pc:chgData name="Silvana Ovaitt" userId="c9c4c088356be7f9" providerId="LiveId" clId="{A454C109-3727-48F4-B8C5-A2A5A7483881}" dt="2026-10-26T19:47:55.131" v="1990"/>
        <pc:sldMkLst>
          <pc:docMk/>
          <pc:sldMk cId="0" sldId="1265"/>
        </pc:sldMkLst>
        <pc:spChg chg="mod">
          <ac:chgData name="Silvana Ovaitt" userId="c9c4c088356be7f9" providerId="LiveId" clId="{A454C109-3727-48F4-B8C5-A2A5A7483881}" dt="2026-10-24T14:54:40.825" v="843" actId="20577"/>
          <ac:spMkLst>
            <pc:docMk/>
            <pc:sldMk cId="0" sldId="1265"/>
            <ac:spMk id="23" creationId="{00000000-0000-0000-0000-000000000000}"/>
          </ac:spMkLst>
        </pc:spChg>
        <pc:spChg chg="add mod ord">
          <ac:chgData name="Silvana Ovaitt" userId="c9c4c088356be7f9" providerId="LiveId" clId="{A454C109-3727-48F4-B8C5-A2A5A7483881}" dt="2026-10-24T14:55:50.010" v="856" actId="27636"/>
          <ac:spMkLst>
            <pc:docMk/>
            <pc:sldMk cId="0" sldId="1265"/>
            <ac:spMk id="29" creationId="{41843806-5ED0-2C97-B04B-4A4F0EE139FF}"/>
          </ac:spMkLst>
        </pc:spChg>
      </pc:sldChg>
      <pc:sldChg chg="addSp modSp new mod ord modClrScheme chgLayout">
        <pc:chgData name="Silvana Ovaitt" userId="c9c4c088356be7f9" providerId="LiveId" clId="{A454C109-3727-48F4-B8C5-A2A5A7483881}" dt="2026-10-26T19:47:55.131" v="1990"/>
        <pc:sldMkLst>
          <pc:docMk/>
          <pc:sldMk cId="3968965937" sldId="1266"/>
        </pc:sldMkLst>
        <pc:spChg chg="add mod">
          <ac:chgData name="Silvana Ovaitt" userId="c9c4c088356be7f9" providerId="LiveId" clId="{A454C109-3727-48F4-B8C5-A2A5A7483881}" dt="2026-10-24T14:32:00.120" v="140" actId="1076"/>
          <ac:spMkLst>
            <pc:docMk/>
            <pc:sldMk cId="3968965937" sldId="1266"/>
            <ac:spMk id="5" creationId="{FD8DF612-D050-EE90-AE09-5B1D128C6056}"/>
          </ac:spMkLst>
        </pc:spChg>
        <pc:spChg chg="add mod ord">
          <ac:chgData name="Silvana Ovaitt" userId="c9c4c088356be7f9" providerId="LiveId" clId="{A454C109-3727-48F4-B8C5-A2A5A7483881}" dt="2026-10-24T15:01:00.659" v="1009"/>
          <ac:spMkLst>
            <pc:docMk/>
            <pc:sldMk cId="3968965937" sldId="1266"/>
            <ac:spMk id="6" creationId="{13169906-1FB0-4B54-4B4C-EE79D268A74E}"/>
          </ac:spMkLst>
        </pc:spChg>
        <pc:picChg chg="add mod">
          <ac:chgData name="Silvana Ovaitt" userId="c9c4c088356be7f9" providerId="LiveId" clId="{A454C109-3727-48F4-B8C5-A2A5A7483881}" dt="2026-10-24T14:31:18.589" v="107" actId="14100"/>
          <ac:picMkLst>
            <pc:docMk/>
            <pc:sldMk cId="3968965937" sldId="1266"/>
            <ac:picMk id="3" creationId="{A8990D83-D9EF-D9F7-C194-253773578727}"/>
          </ac:picMkLst>
        </pc:picChg>
      </pc:sldChg>
      <pc:sldChg chg="addSp delSp modSp new mod ord">
        <pc:chgData name="Silvana Ovaitt" userId="c9c4c088356be7f9" providerId="LiveId" clId="{A454C109-3727-48F4-B8C5-A2A5A7483881}" dt="2026-10-24T14:34:07.697" v="188" actId="478"/>
        <pc:sldMkLst>
          <pc:docMk/>
          <pc:sldMk cId="1668287980" sldId="1268"/>
        </pc:sldMkLst>
        <pc:spChg chg="mod">
          <ac:chgData name="Silvana Ovaitt" userId="c9c4c088356be7f9" providerId="LiveId" clId="{A454C109-3727-48F4-B8C5-A2A5A7483881}" dt="2026-10-24T14:33:39.362" v="184" actId="20577"/>
          <ac:spMkLst>
            <pc:docMk/>
            <pc:sldMk cId="1668287980" sldId="1268"/>
            <ac:spMk id="2" creationId="{EDD42E2C-7ADB-B143-0339-6ED88BC002A0}"/>
          </ac:spMkLst>
        </pc:spChg>
        <pc:graphicFrameChg chg="add mod">
          <ac:chgData name="Silvana Ovaitt" userId="c9c4c088356be7f9" providerId="LiveId" clId="{A454C109-3727-48F4-B8C5-A2A5A7483881}" dt="2026-10-24T14:33:38.188" v="180" actId="1076"/>
          <ac:graphicFrameMkLst>
            <pc:docMk/>
            <pc:sldMk cId="1668287980" sldId="1268"/>
            <ac:graphicFrameMk id="4" creationId="{588412F3-2FBC-C0C7-7DBC-908069C0F347}"/>
          </ac:graphicFrameMkLst>
        </pc:graphicFrameChg>
      </pc:sldChg>
      <pc:sldChg chg="modSp new mod modClrScheme chgLayout">
        <pc:chgData name="Silvana Ovaitt" userId="c9c4c088356be7f9" providerId="LiveId" clId="{A454C109-3727-48F4-B8C5-A2A5A7483881}" dt="2026-10-26T11:12:48.426" v="1692" actId="1076"/>
        <pc:sldMkLst>
          <pc:docMk/>
          <pc:sldMk cId="2363579627" sldId="1269"/>
        </pc:sldMkLst>
        <pc:spChg chg="mod ord">
          <ac:chgData name="Silvana Ovaitt" userId="c9c4c088356be7f9" providerId="LiveId" clId="{A454C109-3727-48F4-B8C5-A2A5A7483881}" dt="2026-10-26T11:12:44.694" v="1691" actId="14100"/>
          <ac:spMkLst>
            <pc:docMk/>
            <pc:sldMk cId="2363579627" sldId="1269"/>
            <ac:spMk id="2" creationId="{99FA1BB3-0861-1C0C-4BC7-3CFAD090E113}"/>
          </ac:spMkLst>
        </pc:spChg>
        <pc:spChg chg="mod ord">
          <ac:chgData name="Silvana Ovaitt" userId="c9c4c088356be7f9" providerId="LiveId" clId="{A454C109-3727-48F4-B8C5-A2A5A7483881}" dt="2026-10-26T11:12:48.426" v="1692" actId="1076"/>
          <ac:spMkLst>
            <pc:docMk/>
            <pc:sldMk cId="2363579627" sldId="1269"/>
            <ac:spMk id="3" creationId="{F78F6795-B8FB-AEAB-AAF6-3D7E0B5442F3}"/>
          </ac:spMkLst>
        </pc:spChg>
      </pc:sldChg>
      <pc:sldChg chg="addSp delSp modSp add mod ord modClrScheme chgLayout">
        <pc:chgData name="Silvana Ovaitt" userId="c9c4c088356be7f9" providerId="LiveId" clId="{A454C109-3727-48F4-B8C5-A2A5A7483881}" dt="2026-10-26T19:47:55.131" v="1990"/>
        <pc:sldMkLst>
          <pc:docMk/>
          <pc:sldMk cId="0" sldId="1270"/>
        </pc:sldMkLst>
        <pc:spChg chg="add mod ord">
          <ac:chgData name="Silvana Ovaitt" userId="c9c4c088356be7f9" providerId="LiveId" clId="{A454C109-3727-48F4-B8C5-A2A5A7483881}" dt="2026-10-24T15:06:43.683" v="1092" actId="1076"/>
          <ac:spMkLst>
            <pc:docMk/>
            <pc:sldMk cId="0" sldId="1270"/>
            <ac:spMk id="19" creationId="{50B6EEA0-040A-8AF7-D672-28902E93BAAF}"/>
          </ac:spMkLst>
        </pc:spChg>
      </pc:sldChg>
      <pc:sldChg chg="addSp delSp modSp add mod ord modClrScheme chgLayout">
        <pc:chgData name="Silvana Ovaitt" userId="c9c4c088356be7f9" providerId="LiveId" clId="{A454C109-3727-48F4-B8C5-A2A5A7483881}" dt="2026-10-26T19:47:55.131" v="1990"/>
        <pc:sldMkLst>
          <pc:docMk/>
          <pc:sldMk cId="0" sldId="1271"/>
        </pc:sldMkLst>
        <pc:spChg chg="add mod ord">
          <ac:chgData name="Silvana Ovaitt" userId="c9c4c088356be7f9" providerId="LiveId" clId="{A454C109-3727-48F4-B8C5-A2A5A7483881}" dt="2026-10-24T15:07:02.351" v="1136" actId="20577"/>
          <ac:spMkLst>
            <pc:docMk/>
            <pc:sldMk cId="0" sldId="1271"/>
            <ac:spMk id="16" creationId="{7F37F22B-BF62-169A-3B6A-55B2F9C4B68C}"/>
          </ac:spMkLst>
        </pc:spChg>
      </pc:sldChg>
      <pc:sldChg chg="add del">
        <pc:chgData name="Silvana Ovaitt" userId="c9c4c088356be7f9" providerId="LiveId" clId="{A454C109-3727-48F4-B8C5-A2A5A7483881}" dt="2026-10-26T19:44:32.567" v="1955" actId="2696"/>
        <pc:sldMkLst>
          <pc:docMk/>
          <pc:sldMk cId="2616897316" sldId="1344"/>
        </pc:sldMkLst>
      </pc:sldChg>
      <pc:sldChg chg="add del">
        <pc:chgData name="Silvana Ovaitt" userId="c9c4c088356be7f9" providerId="LiveId" clId="{A454C109-3727-48F4-B8C5-A2A5A7483881}" dt="2026-10-26T19:44:32.567" v="1955" actId="2696"/>
        <pc:sldMkLst>
          <pc:docMk/>
          <pc:sldMk cId="3123404549" sldId="1345"/>
        </pc:sldMkLst>
      </pc:sldChg>
      <pc:sldChg chg="add del">
        <pc:chgData name="Silvana Ovaitt" userId="c9c4c088356be7f9" providerId="LiveId" clId="{A454C109-3727-48F4-B8C5-A2A5A7483881}" dt="2026-10-26T19:44:32.567" v="1955" actId="2696"/>
        <pc:sldMkLst>
          <pc:docMk/>
          <pc:sldMk cId="3954144376" sldId="1346"/>
        </pc:sldMkLst>
      </pc:sldChg>
      <pc:sldChg chg="add del">
        <pc:chgData name="Silvana Ovaitt" userId="c9c4c088356be7f9" providerId="LiveId" clId="{A454C109-3727-48F4-B8C5-A2A5A7483881}" dt="2026-10-26T19:44:32.567" v="1955" actId="2696"/>
        <pc:sldMkLst>
          <pc:docMk/>
          <pc:sldMk cId="4013788754" sldId="1347"/>
        </pc:sldMkLst>
      </pc:sldChg>
      <pc:sldChg chg="add del">
        <pc:chgData name="Silvana Ovaitt" userId="c9c4c088356be7f9" providerId="LiveId" clId="{A454C109-3727-48F4-B8C5-A2A5A7483881}" dt="2026-10-26T19:44:32.567" v="1955" actId="2696"/>
        <pc:sldMkLst>
          <pc:docMk/>
          <pc:sldMk cId="1106190238" sldId="1348"/>
        </pc:sldMkLst>
      </pc:sldChg>
      <pc:sldChg chg="add del ord">
        <pc:chgData name="Silvana Ovaitt" userId="c9c4c088356be7f9" providerId="LiveId" clId="{A454C109-3727-48F4-B8C5-A2A5A7483881}" dt="2026-10-26T19:44:32.567" v="1955" actId="2696"/>
        <pc:sldMkLst>
          <pc:docMk/>
          <pc:sldMk cId="760874407" sldId="1349"/>
        </pc:sldMkLst>
      </pc:sldChg>
      <pc:sldChg chg="add del">
        <pc:chgData name="Silvana Ovaitt" userId="c9c4c088356be7f9" providerId="LiveId" clId="{A454C109-3727-48F4-B8C5-A2A5A7483881}" dt="2026-10-26T19:44:32.567" v="1955" actId="2696"/>
        <pc:sldMkLst>
          <pc:docMk/>
          <pc:sldMk cId="1360606431" sldId="1355"/>
        </pc:sldMkLst>
      </pc:sldChg>
      <pc:sldChg chg="add del">
        <pc:chgData name="Silvana Ovaitt" userId="c9c4c088356be7f9" providerId="LiveId" clId="{A454C109-3727-48F4-B8C5-A2A5A7483881}" dt="2026-10-26T19:44:32.567" v="1955" actId="2696"/>
        <pc:sldMkLst>
          <pc:docMk/>
          <pc:sldMk cId="1075470349" sldId="1356"/>
        </pc:sldMkLst>
      </pc:sldChg>
      <pc:sldChg chg="add del">
        <pc:chgData name="Silvana Ovaitt" userId="c9c4c088356be7f9" providerId="LiveId" clId="{A454C109-3727-48F4-B8C5-A2A5A7483881}" dt="2026-10-26T19:44:32.567" v="1955" actId="2696"/>
        <pc:sldMkLst>
          <pc:docMk/>
          <pc:sldMk cId="1972766077" sldId="1357"/>
        </pc:sldMkLst>
      </pc:sldChg>
      <pc:sldChg chg="add del">
        <pc:chgData name="Silvana Ovaitt" userId="c9c4c088356be7f9" providerId="LiveId" clId="{A454C109-3727-48F4-B8C5-A2A5A7483881}" dt="2026-10-26T19:44:32.567" v="1955" actId="2696"/>
        <pc:sldMkLst>
          <pc:docMk/>
          <pc:sldMk cId="4291905118" sldId="1358"/>
        </pc:sldMkLst>
      </pc:sldChg>
      <pc:sldChg chg="add del">
        <pc:chgData name="Silvana Ovaitt" userId="c9c4c088356be7f9" providerId="LiveId" clId="{A454C109-3727-48F4-B8C5-A2A5A7483881}" dt="2026-10-26T19:44:32.567" v="1955" actId="2696"/>
        <pc:sldMkLst>
          <pc:docMk/>
          <pc:sldMk cId="548560261" sldId="1359"/>
        </pc:sldMkLst>
      </pc:sldChg>
      <pc:sldChg chg="add del">
        <pc:chgData name="Silvana Ovaitt" userId="c9c4c088356be7f9" providerId="LiveId" clId="{A454C109-3727-48F4-B8C5-A2A5A7483881}" dt="2026-10-26T19:44:32.567" v="1955" actId="2696"/>
        <pc:sldMkLst>
          <pc:docMk/>
          <pc:sldMk cId="214261075" sldId="1360"/>
        </pc:sldMkLst>
      </pc:sldChg>
      <pc:sldChg chg="modSp add mod ord modClrScheme modShow chgLayout">
        <pc:chgData name="Silvana Ovaitt" userId="c9c4c088356be7f9" providerId="LiveId" clId="{A454C109-3727-48F4-B8C5-A2A5A7483881}" dt="2026-10-26T22:20:43.230" v="2162" actId="34476"/>
        <pc:sldMkLst>
          <pc:docMk/>
          <pc:sldMk cId="995144630" sldId="2147482904"/>
        </pc:sldMkLst>
        <pc:spChg chg="mod ord">
          <ac:chgData name="Silvana Ovaitt" userId="c9c4c088356be7f9" providerId="LiveId" clId="{A454C109-3727-48F4-B8C5-A2A5A7483881}" dt="2026-10-24T14:44:50.520" v="583" actId="14100"/>
          <ac:spMkLst>
            <pc:docMk/>
            <pc:sldMk cId="995144630" sldId="2147482904"/>
            <ac:spMk id="4" creationId="{FAF8A657-E727-DEFE-A299-B1A97CDA9DD4}"/>
          </ac:spMkLst>
        </pc:spChg>
      </pc:sldChg>
      <pc:sldChg chg="addSp delSp modSp new mod">
        <pc:chgData name="Silvana Ovaitt" userId="c9c4c088356be7f9" providerId="LiveId" clId="{A454C109-3727-48F4-B8C5-A2A5A7483881}" dt="2026-10-24T14:52:13.205" v="682" actId="478"/>
        <pc:sldMkLst>
          <pc:docMk/>
          <pc:sldMk cId="3484372450" sldId="2147482905"/>
        </pc:sldMkLst>
        <pc:spChg chg="mod">
          <ac:chgData name="Silvana Ovaitt" userId="c9c4c088356be7f9" providerId="LiveId" clId="{A454C109-3727-48F4-B8C5-A2A5A7483881}" dt="2026-10-24T14:51:52.516" v="674" actId="14100"/>
          <ac:spMkLst>
            <pc:docMk/>
            <pc:sldMk cId="3484372450" sldId="2147482905"/>
            <ac:spMk id="2" creationId="{87072C2A-C4DF-F0EA-CDD0-8C170507BF0F}"/>
          </ac:spMkLst>
        </pc:spChg>
        <pc:picChg chg="add mod modCrop">
          <ac:chgData name="Silvana Ovaitt" userId="c9c4c088356be7f9" providerId="LiveId" clId="{A454C109-3727-48F4-B8C5-A2A5A7483881}" dt="2026-10-24T14:52:10.581" v="681" actId="1076"/>
          <ac:picMkLst>
            <pc:docMk/>
            <pc:sldMk cId="3484372450" sldId="2147482905"/>
            <ac:picMk id="5" creationId="{A93CF774-65AD-150B-6054-2F84EDAD5445}"/>
          </ac:picMkLst>
        </pc:picChg>
      </pc:sldChg>
      <pc:sldChg chg="addSp delSp modSp new mod ord">
        <pc:chgData name="Silvana Ovaitt" userId="c9c4c088356be7f9" providerId="LiveId" clId="{A454C109-3727-48F4-B8C5-A2A5A7483881}" dt="2026-10-24T14:58:42.668" v="893" actId="478"/>
        <pc:sldMkLst>
          <pc:docMk/>
          <pc:sldMk cId="802503531" sldId="2147482906"/>
        </pc:sldMkLst>
        <pc:spChg chg="mod">
          <ac:chgData name="Silvana Ovaitt" userId="c9c4c088356be7f9" providerId="LiveId" clId="{A454C109-3727-48F4-B8C5-A2A5A7483881}" dt="2026-10-24T14:48:38.321" v="609" actId="27636"/>
          <ac:spMkLst>
            <pc:docMk/>
            <pc:sldMk cId="802503531" sldId="2147482906"/>
            <ac:spMk id="2" creationId="{82499F5B-8C4B-1D51-B604-0D6F518597BE}"/>
          </ac:spMkLst>
        </pc:spChg>
        <pc:graphicFrameChg chg="add mod">
          <ac:chgData name="Silvana Ovaitt" userId="c9c4c088356be7f9" providerId="LiveId" clId="{A454C109-3727-48F4-B8C5-A2A5A7483881}" dt="2026-10-24T14:52:25.430" v="685" actId="1076"/>
          <ac:graphicFrameMkLst>
            <pc:docMk/>
            <pc:sldMk cId="802503531" sldId="2147482906"/>
            <ac:graphicFrameMk id="3" creationId="{4616621C-6035-C062-53B6-32BAEB505D14}"/>
          </ac:graphicFrameMkLst>
        </pc:graphicFrameChg>
      </pc:sldChg>
      <pc:sldChg chg="addSp modSp new mod">
        <pc:chgData name="Silvana Ovaitt" userId="c9c4c088356be7f9" providerId="LiveId" clId="{A454C109-3727-48F4-B8C5-A2A5A7483881}" dt="2026-10-24T14:59:24.948" v="903" actId="1076"/>
        <pc:sldMkLst>
          <pc:docMk/>
          <pc:sldMk cId="3444317798" sldId="2147482907"/>
        </pc:sldMkLst>
        <pc:spChg chg="mod">
          <ac:chgData name="Silvana Ovaitt" userId="c9c4c088356be7f9" providerId="LiveId" clId="{A454C109-3727-48F4-B8C5-A2A5A7483881}" dt="2026-10-24T14:49:04.774" v="616" actId="27636"/>
          <ac:spMkLst>
            <pc:docMk/>
            <pc:sldMk cId="3444317798" sldId="2147482907"/>
            <ac:spMk id="2" creationId="{16D0728F-5E90-76D7-6644-480EBF4596B0}"/>
          </ac:spMkLst>
        </pc:spChg>
        <pc:spChg chg="add mod">
          <ac:chgData name="Silvana Ovaitt" userId="c9c4c088356be7f9" providerId="LiveId" clId="{A454C109-3727-48F4-B8C5-A2A5A7483881}" dt="2026-10-24T14:59:24.948" v="903" actId="1076"/>
          <ac:spMkLst>
            <pc:docMk/>
            <pc:sldMk cId="3444317798" sldId="2147482907"/>
            <ac:spMk id="4" creationId="{6BF473F4-3CA1-2DD2-D487-55260ADA0FB8}"/>
          </ac:spMkLst>
        </pc:spChg>
      </pc:sldChg>
      <pc:sldChg chg="addSp modSp new mod">
        <pc:chgData name="Silvana Ovaitt" userId="c9c4c088356be7f9" providerId="LiveId" clId="{A454C109-3727-48F4-B8C5-A2A5A7483881}" dt="2026-10-24T14:57:11.576" v="881" actId="20577"/>
        <pc:sldMkLst>
          <pc:docMk/>
          <pc:sldMk cId="2788485852" sldId="2147482908"/>
        </pc:sldMkLst>
        <pc:spChg chg="mod">
          <ac:chgData name="Silvana Ovaitt" userId="c9c4c088356be7f9" providerId="LiveId" clId="{A454C109-3727-48F4-B8C5-A2A5A7483881}" dt="2026-10-24T14:57:11.576" v="881" actId="20577"/>
          <ac:spMkLst>
            <pc:docMk/>
            <pc:sldMk cId="2788485852" sldId="2147482908"/>
            <ac:spMk id="2" creationId="{1742B82C-2737-DCF2-649B-56C89CF46876}"/>
          </ac:spMkLst>
        </pc:spChg>
        <pc:picChg chg="add mod">
          <ac:chgData name="Silvana Ovaitt" userId="c9c4c088356be7f9" providerId="LiveId" clId="{A454C109-3727-48F4-B8C5-A2A5A7483881}" dt="2026-10-24T14:56:59.670" v="860" actId="1076"/>
          <ac:picMkLst>
            <pc:docMk/>
            <pc:sldMk cId="2788485852" sldId="2147482908"/>
            <ac:picMk id="4" creationId="{DA77682F-0341-A02F-AAC4-461A233AF24D}"/>
          </ac:picMkLst>
        </pc:picChg>
      </pc:sldChg>
      <pc:sldChg chg="addSp modSp new mod">
        <pc:chgData name="Silvana Ovaitt" userId="c9c4c088356be7f9" providerId="LiveId" clId="{A454C109-3727-48F4-B8C5-A2A5A7483881}" dt="2026-10-24T14:58:34.990" v="892" actId="1076"/>
        <pc:sldMkLst>
          <pc:docMk/>
          <pc:sldMk cId="1972303816" sldId="2147482909"/>
        </pc:sldMkLst>
        <pc:spChg chg="mod">
          <ac:chgData name="Silvana Ovaitt" userId="c9c4c088356be7f9" providerId="LiveId" clId="{A454C109-3727-48F4-B8C5-A2A5A7483881}" dt="2026-10-24T14:58:09.675" v="889"/>
          <ac:spMkLst>
            <pc:docMk/>
            <pc:sldMk cId="1972303816" sldId="2147482909"/>
            <ac:spMk id="2" creationId="{AB68BB58-569D-8BA7-C323-B4AB3FB1D871}"/>
          </ac:spMkLst>
        </pc:spChg>
        <pc:spChg chg="add mod">
          <ac:chgData name="Silvana Ovaitt" userId="c9c4c088356be7f9" providerId="LiveId" clId="{A454C109-3727-48F4-B8C5-A2A5A7483881}" dt="2026-10-24T14:58:32.817" v="891" actId="1076"/>
          <ac:spMkLst>
            <pc:docMk/>
            <pc:sldMk cId="1972303816" sldId="2147482909"/>
            <ac:spMk id="6" creationId="{3A416050-484F-61A3-7C13-AEBE021A3408}"/>
          </ac:spMkLst>
        </pc:spChg>
        <pc:picChg chg="add mod">
          <ac:chgData name="Silvana Ovaitt" userId="c9c4c088356be7f9" providerId="LiveId" clId="{A454C109-3727-48F4-B8C5-A2A5A7483881}" dt="2026-10-24T14:58:34.990" v="892" actId="1076"/>
          <ac:picMkLst>
            <pc:docMk/>
            <pc:sldMk cId="1972303816" sldId="2147482909"/>
            <ac:picMk id="4" creationId="{E1BBECEE-8F41-3BD3-32F7-94BAE4E5E770}"/>
          </ac:picMkLst>
        </pc:picChg>
      </pc:sldChg>
      <pc:sldChg chg="addSp modSp new mod ord">
        <pc:chgData name="Silvana Ovaitt" userId="c9c4c088356be7f9" providerId="LiveId" clId="{A454C109-3727-48F4-B8C5-A2A5A7483881}" dt="2026-10-26T19:47:55.131" v="1990"/>
        <pc:sldMkLst>
          <pc:docMk/>
          <pc:sldMk cId="1344972115" sldId="2147482910"/>
        </pc:sldMkLst>
        <pc:spChg chg="mod">
          <ac:chgData name="Silvana Ovaitt" userId="c9c4c088356be7f9" providerId="LiveId" clId="{A454C109-3727-48F4-B8C5-A2A5A7483881}" dt="2026-10-24T15:05:48.004" v="1040" actId="1076"/>
          <ac:spMkLst>
            <pc:docMk/>
            <pc:sldMk cId="1344972115" sldId="2147482910"/>
            <ac:spMk id="2" creationId="{8747454C-04D1-6E69-7A9E-AC7077EB983E}"/>
          </ac:spMkLst>
        </pc:spChg>
        <pc:graphicFrameChg chg="add mod modGraphic">
          <ac:chgData name="Silvana Ovaitt" userId="c9c4c088356be7f9" providerId="LiveId" clId="{A454C109-3727-48F4-B8C5-A2A5A7483881}" dt="2026-10-24T15:06:01.147" v="1043" actId="20577"/>
          <ac:graphicFrameMkLst>
            <pc:docMk/>
            <pc:sldMk cId="1344972115" sldId="2147482910"/>
            <ac:graphicFrameMk id="3" creationId="{7A1BBFB6-2E87-8618-63B6-CC04DEA711DE}"/>
          </ac:graphicFrameMkLst>
        </pc:graphicFrameChg>
      </pc:sldChg>
      <pc:sldChg chg="addSp new add del mod ord">
        <pc:chgData name="Silvana Ovaitt" userId="c9c4c088356be7f9" providerId="LiveId" clId="{A454C109-3727-48F4-B8C5-A2A5A7483881}" dt="2026-10-26T22:19:10.607" v="2143" actId="47"/>
        <pc:sldMkLst>
          <pc:docMk/>
          <pc:sldMk cId="2940762156" sldId="2147482911"/>
        </pc:sldMkLst>
        <pc:picChg chg="add">
          <ac:chgData name="Silvana Ovaitt" userId="c9c4c088356be7f9" providerId="LiveId" clId="{A454C109-3727-48F4-B8C5-A2A5A7483881}" dt="2026-10-24T15:11:08.322" v="1306" actId="22"/>
          <ac:picMkLst>
            <pc:docMk/>
            <pc:sldMk cId="2940762156" sldId="2147482911"/>
            <ac:picMk id="4" creationId="{C35B32EC-599D-607F-EA69-9233745ABAE4}"/>
          </ac:picMkLst>
        </pc:picChg>
      </pc:sldChg>
      <pc:sldChg chg="addSp delSp modSp new mod ord modClrScheme chgLayout">
        <pc:chgData name="Silvana Ovaitt" userId="c9c4c088356be7f9" providerId="LiveId" clId="{A454C109-3727-48F4-B8C5-A2A5A7483881}" dt="2026-10-26T19:47:55.131" v="1990"/>
        <pc:sldMkLst>
          <pc:docMk/>
          <pc:sldMk cId="3393319122" sldId="2147482912"/>
        </pc:sldMkLst>
        <pc:spChg chg="add mod ord">
          <ac:chgData name="Silvana Ovaitt" userId="c9c4c088356be7f9" providerId="LiveId" clId="{A454C109-3727-48F4-B8C5-A2A5A7483881}" dt="2026-10-24T15:20:25.203" v="1524" actId="14100"/>
          <ac:spMkLst>
            <pc:docMk/>
            <pc:sldMk cId="3393319122" sldId="2147482912"/>
            <ac:spMk id="3" creationId="{6DCAD832-3DDB-FD55-B40A-D9D9A7915216}"/>
          </ac:spMkLst>
        </pc:spChg>
      </pc:sldChg>
      <pc:sldChg chg="modSp add mod ord">
        <pc:chgData name="Silvana Ovaitt" userId="c9c4c088356be7f9" providerId="LiveId" clId="{A454C109-3727-48F4-B8C5-A2A5A7483881}" dt="2026-10-24T15:19:49.348" v="1469" actId="1076"/>
        <pc:sldMkLst>
          <pc:docMk/>
          <pc:sldMk cId="2985276670" sldId="2147482913"/>
        </pc:sldMkLst>
        <pc:spChg chg="mod">
          <ac:chgData name="Silvana Ovaitt" userId="c9c4c088356be7f9" providerId="LiveId" clId="{A454C109-3727-48F4-B8C5-A2A5A7483881}" dt="2026-10-24T15:19:49.348" v="1469" actId="1076"/>
          <ac:spMkLst>
            <pc:docMk/>
            <pc:sldMk cId="2985276670" sldId="2147482913"/>
            <ac:spMk id="3" creationId="{BF14C029-737F-EBE1-6F3D-8282A45FD11A}"/>
          </ac:spMkLst>
        </pc:spChg>
      </pc:sldChg>
      <pc:sldChg chg="modSp add mod ord">
        <pc:chgData name="Silvana Ovaitt" userId="c9c4c088356be7f9" providerId="LiveId" clId="{A454C109-3727-48F4-B8C5-A2A5A7483881}" dt="2026-10-26T19:47:55.131" v="1990"/>
        <pc:sldMkLst>
          <pc:docMk/>
          <pc:sldMk cId="2781682624" sldId="2147482914"/>
        </pc:sldMkLst>
        <pc:spChg chg="mod">
          <ac:chgData name="Silvana Ovaitt" userId="c9c4c088356be7f9" providerId="LiveId" clId="{A454C109-3727-48F4-B8C5-A2A5A7483881}" dt="2026-10-24T15:20:50.674" v="1549" actId="20577"/>
          <ac:spMkLst>
            <pc:docMk/>
            <pc:sldMk cId="2781682624" sldId="2147482914"/>
            <ac:spMk id="3" creationId="{0C27B46C-AB8F-F9B3-10C2-338FFAD667B6}"/>
          </ac:spMkLst>
        </pc:spChg>
      </pc:sldChg>
      <pc:sldChg chg="modSp add mod ord">
        <pc:chgData name="Silvana Ovaitt" userId="c9c4c088356be7f9" providerId="LiveId" clId="{A454C109-3727-48F4-B8C5-A2A5A7483881}" dt="2026-10-26T19:45:28.649" v="1963"/>
        <pc:sldMkLst>
          <pc:docMk/>
          <pc:sldMk cId="3783824605" sldId="2147482915"/>
        </pc:sldMkLst>
        <pc:spChg chg="mod">
          <ac:chgData name="Silvana Ovaitt" userId="c9c4c088356be7f9" providerId="LiveId" clId="{A454C109-3727-48F4-B8C5-A2A5A7483881}" dt="2026-10-24T15:21:22.581" v="1585" actId="20577"/>
          <ac:spMkLst>
            <pc:docMk/>
            <pc:sldMk cId="3783824605" sldId="2147482915"/>
            <ac:spMk id="3" creationId="{A67C99D7-8647-9780-5B44-35761D295265}"/>
          </ac:spMkLst>
        </pc:spChg>
      </pc:sldChg>
      <pc:sldChg chg="addSp delSp modSp new mod modClrScheme chgLayout">
        <pc:chgData name="Silvana Ovaitt" userId="c9c4c088356be7f9" providerId="LiveId" clId="{A454C109-3727-48F4-B8C5-A2A5A7483881}" dt="2026-10-26T22:17:10.432" v="2122" actId="1076"/>
        <pc:sldMkLst>
          <pc:docMk/>
          <pc:sldMk cId="2444909352" sldId="2147482916"/>
        </pc:sldMkLst>
        <pc:spChg chg="add mod">
          <ac:chgData name="Silvana Ovaitt" userId="c9c4c088356be7f9" providerId="LiveId" clId="{A454C109-3727-48F4-B8C5-A2A5A7483881}" dt="2026-10-26T22:17:10.432" v="2122" actId="1076"/>
          <ac:spMkLst>
            <pc:docMk/>
            <pc:sldMk cId="2444909352" sldId="2147482916"/>
            <ac:spMk id="2" creationId="{6061BD3F-6584-0516-9DA7-E117FAF5AA3E}"/>
          </ac:spMkLst>
        </pc:spChg>
        <pc:spChg chg="add mod ord">
          <ac:chgData name="Silvana Ovaitt" userId="c9c4c088356be7f9" providerId="LiveId" clId="{A454C109-3727-48F4-B8C5-A2A5A7483881}" dt="2026-10-24T15:23:47.875" v="1647" actId="20577"/>
          <ac:spMkLst>
            <pc:docMk/>
            <pc:sldMk cId="2444909352" sldId="2147482916"/>
            <ac:spMk id="5" creationId="{470C2B0A-A6FE-ED87-8460-4DF9A794FD2B}"/>
          </ac:spMkLst>
        </pc:spChg>
        <pc:picChg chg="add mod">
          <ac:chgData name="Silvana Ovaitt" userId="c9c4c088356be7f9" providerId="LiveId" clId="{A454C109-3727-48F4-B8C5-A2A5A7483881}" dt="2026-10-26T12:01:06.264" v="1731" actId="14100"/>
          <ac:picMkLst>
            <pc:docMk/>
            <pc:sldMk cId="2444909352" sldId="2147482916"/>
            <ac:picMk id="4" creationId="{3BA800A9-8058-F420-C27D-C5AC59A4F413}"/>
          </ac:picMkLst>
        </pc:picChg>
      </pc:sldChg>
      <pc:sldChg chg="modSp new mod">
        <pc:chgData name="Silvana Ovaitt" userId="c9c4c088356be7f9" providerId="LiveId" clId="{A454C109-3727-48F4-B8C5-A2A5A7483881}" dt="2026-10-26T22:17:56.123" v="2140" actId="14100"/>
        <pc:sldMkLst>
          <pc:docMk/>
          <pc:sldMk cId="51124824" sldId="2147482917"/>
        </pc:sldMkLst>
        <pc:spChg chg="mod">
          <ac:chgData name="Silvana Ovaitt" userId="c9c4c088356be7f9" providerId="LiveId" clId="{A454C109-3727-48F4-B8C5-A2A5A7483881}" dt="2026-10-26T22:17:56.123" v="2140" actId="14100"/>
          <ac:spMkLst>
            <pc:docMk/>
            <pc:sldMk cId="51124824" sldId="2147482917"/>
            <ac:spMk id="2" creationId="{E3CCE1BE-46A9-65F0-D7D0-FD398361A436}"/>
          </ac:spMkLst>
        </pc:spChg>
      </pc:sldChg>
      <pc:sldChg chg="new del">
        <pc:chgData name="Silvana Ovaitt" userId="c9c4c088356be7f9" providerId="LiveId" clId="{A454C109-3727-48F4-B8C5-A2A5A7483881}" dt="2026-10-26T11:27:18.801" v="1695" actId="680"/>
        <pc:sldMkLst>
          <pc:docMk/>
          <pc:sldMk cId="1881056203" sldId="2147482917"/>
        </pc:sldMkLst>
      </pc:sldChg>
      <pc:sldChg chg="modSp new del mod">
        <pc:chgData name="Silvana Ovaitt" userId="c9c4c088356be7f9" providerId="LiveId" clId="{A454C109-3727-48F4-B8C5-A2A5A7483881}" dt="2026-10-26T19:44:32.567" v="1955" actId="2696"/>
        <pc:sldMkLst>
          <pc:docMk/>
          <pc:sldMk cId="1877440599" sldId="2147482918"/>
        </pc:sldMkLst>
        <pc:spChg chg="mod">
          <ac:chgData name="Silvana Ovaitt" userId="c9c4c088356be7f9" providerId="LiveId" clId="{A454C109-3727-48F4-B8C5-A2A5A7483881}" dt="2026-10-26T16:41:59.667" v="1810" actId="20577"/>
          <ac:spMkLst>
            <pc:docMk/>
            <pc:sldMk cId="1877440599" sldId="2147482918"/>
            <ac:spMk id="2" creationId="{E47AB539-E6D0-8634-44D9-16B96BC3B671}"/>
          </ac:spMkLst>
        </pc:spChg>
      </pc:sldChg>
      <pc:sldChg chg="new del">
        <pc:chgData name="Silvana Ovaitt" userId="c9c4c088356be7f9" providerId="LiveId" clId="{A454C109-3727-48F4-B8C5-A2A5A7483881}" dt="2026-10-26T16:42:01.624" v="1811" actId="47"/>
        <pc:sldMkLst>
          <pc:docMk/>
          <pc:sldMk cId="2474534770" sldId="2147482919"/>
        </pc:sldMkLst>
      </pc:sldChg>
      <pc:sldChg chg="add del">
        <pc:chgData name="Silvana Ovaitt" userId="c9c4c088356be7f9" providerId="LiveId" clId="{A454C109-3727-48F4-B8C5-A2A5A7483881}" dt="2026-10-26T19:44:32.567" v="1955" actId="2696"/>
        <pc:sldMkLst>
          <pc:docMk/>
          <pc:sldMk cId="17607940" sldId="2147482920"/>
        </pc:sldMkLst>
      </pc:sldChg>
      <pc:sldChg chg="add del">
        <pc:chgData name="Silvana Ovaitt" userId="c9c4c088356be7f9" providerId="LiveId" clId="{A454C109-3727-48F4-B8C5-A2A5A7483881}" dt="2026-10-26T19:44:32.567" v="1955" actId="2696"/>
        <pc:sldMkLst>
          <pc:docMk/>
          <pc:sldMk cId="2418264715" sldId="2147482921"/>
        </pc:sldMkLst>
      </pc:sldChg>
      <pc:sldChg chg="addSp delSp modSp new del mod modClrScheme chgLayout">
        <pc:chgData name="Silvana Ovaitt" userId="c9c4c088356be7f9" providerId="LiveId" clId="{A454C109-3727-48F4-B8C5-A2A5A7483881}" dt="2026-10-26T19:44:32.567" v="1955" actId="2696"/>
        <pc:sldMkLst>
          <pc:docMk/>
          <pc:sldMk cId="3782882160" sldId="2147482922"/>
        </pc:sldMkLst>
        <pc:spChg chg="del mod ord">
          <ac:chgData name="Silvana Ovaitt" userId="c9c4c088356be7f9" providerId="LiveId" clId="{A454C109-3727-48F4-B8C5-A2A5A7483881}" dt="2026-10-26T16:40:44.419" v="1738" actId="700"/>
          <ac:spMkLst>
            <pc:docMk/>
            <pc:sldMk cId="3782882160" sldId="2147482922"/>
            <ac:spMk id="2" creationId="{80EF2C9E-D41E-C346-46EA-50B19BD11998}"/>
          </ac:spMkLst>
        </pc:spChg>
        <pc:spChg chg="add mod ord">
          <ac:chgData name="Silvana Ovaitt" userId="c9c4c088356be7f9" providerId="LiveId" clId="{A454C109-3727-48F4-B8C5-A2A5A7483881}" dt="2026-10-26T16:41:45.227" v="1775" actId="1076"/>
          <ac:spMkLst>
            <pc:docMk/>
            <pc:sldMk cId="3782882160" sldId="2147482922"/>
            <ac:spMk id="3" creationId="{D1905E1B-F326-AF62-2B97-3FACB64D04EC}"/>
          </ac:spMkLst>
        </pc:spChg>
        <pc:spChg chg="add del mod ord">
          <ac:chgData name="Silvana Ovaitt" userId="c9c4c088356be7f9" providerId="LiveId" clId="{A454C109-3727-48F4-B8C5-A2A5A7483881}" dt="2026-10-26T16:40:52.950" v="1741" actId="700"/>
          <ac:spMkLst>
            <pc:docMk/>
            <pc:sldMk cId="3782882160" sldId="2147482922"/>
            <ac:spMk id="4" creationId="{98AB904E-849A-7DB3-0A32-D73068AF5247}"/>
          </ac:spMkLst>
        </pc:spChg>
        <pc:spChg chg="add mod">
          <ac:chgData name="Silvana Ovaitt" userId="c9c4c088356be7f9" providerId="LiveId" clId="{A454C109-3727-48F4-B8C5-A2A5A7483881}" dt="2026-10-26T16:41:40.256" v="1773" actId="1076"/>
          <ac:spMkLst>
            <pc:docMk/>
            <pc:sldMk cId="3782882160" sldId="2147482922"/>
            <ac:spMk id="6" creationId="{83469524-DC66-5AE0-328E-3B15550FEE18}"/>
          </ac:spMkLst>
        </pc:spChg>
        <pc:picChg chg="add mod">
          <ac:chgData name="Silvana Ovaitt" userId="c9c4c088356be7f9" providerId="LiveId" clId="{A454C109-3727-48F4-B8C5-A2A5A7483881}" dt="2026-10-26T16:41:51.246" v="1780" actId="14100"/>
          <ac:picMkLst>
            <pc:docMk/>
            <pc:sldMk cId="3782882160" sldId="2147482922"/>
            <ac:picMk id="8" creationId="{B01D922D-EB47-B440-DD5D-6CDF80B214B2}"/>
          </ac:picMkLst>
        </pc:picChg>
      </pc:sldChg>
      <pc:sldChg chg="new del">
        <pc:chgData name="Silvana Ovaitt" userId="c9c4c088356be7f9" providerId="LiveId" clId="{A454C109-3727-48F4-B8C5-A2A5A7483881}" dt="2026-10-26T16:42:20.005" v="1817" actId="47"/>
        <pc:sldMkLst>
          <pc:docMk/>
          <pc:sldMk cId="651099201" sldId="2147482923"/>
        </pc:sldMkLst>
      </pc:sldChg>
      <pc:sldChg chg="addSp delSp modSp new del mod modClrScheme chgLayout">
        <pc:chgData name="Silvana Ovaitt" userId="c9c4c088356be7f9" providerId="LiveId" clId="{A454C109-3727-48F4-B8C5-A2A5A7483881}" dt="2026-10-26T19:44:32.567" v="1955" actId="2696"/>
        <pc:sldMkLst>
          <pc:docMk/>
          <pc:sldMk cId="970458903" sldId="2147482923"/>
        </pc:sldMkLst>
        <pc:spChg chg="del mod ord">
          <ac:chgData name="Silvana Ovaitt" userId="c9c4c088356be7f9" providerId="LiveId" clId="{A454C109-3727-48F4-B8C5-A2A5A7483881}" dt="2026-10-26T16:42:56.322" v="1822" actId="700"/>
          <ac:spMkLst>
            <pc:docMk/>
            <pc:sldMk cId="970458903" sldId="2147482923"/>
            <ac:spMk id="2" creationId="{85A52BE9-8F65-5785-EDFF-E3ADDE875F7F}"/>
          </ac:spMkLst>
        </pc:spChg>
        <pc:spChg chg="add mod ord">
          <ac:chgData name="Silvana Ovaitt" userId="c9c4c088356be7f9" providerId="LiveId" clId="{A454C109-3727-48F4-B8C5-A2A5A7483881}" dt="2026-10-26T16:43:08.864" v="1860" actId="20577"/>
          <ac:spMkLst>
            <pc:docMk/>
            <pc:sldMk cId="970458903" sldId="2147482923"/>
            <ac:spMk id="5" creationId="{A5C626C5-A333-45D8-4814-C9A867ADC089}"/>
          </ac:spMkLst>
        </pc:spChg>
        <pc:picChg chg="add mod">
          <ac:chgData name="Silvana Ovaitt" userId="c9c4c088356be7f9" providerId="LiveId" clId="{A454C109-3727-48F4-B8C5-A2A5A7483881}" dt="2026-10-26T16:43:01.557" v="1824" actId="1076"/>
          <ac:picMkLst>
            <pc:docMk/>
            <pc:sldMk cId="970458903" sldId="2147482923"/>
            <ac:picMk id="4" creationId="{A0837C6E-6B92-A46C-59AF-3AEEA9C6AC56}"/>
          </ac:picMkLst>
        </pc:picChg>
      </pc:sldChg>
      <pc:sldChg chg="new del">
        <pc:chgData name="Silvana Ovaitt" userId="c9c4c088356be7f9" providerId="LiveId" clId="{A454C109-3727-48F4-B8C5-A2A5A7483881}" dt="2026-10-26T16:42:48.623" v="1819" actId="680"/>
        <pc:sldMkLst>
          <pc:docMk/>
          <pc:sldMk cId="4039617483" sldId="2147482923"/>
        </pc:sldMkLst>
      </pc:sldChg>
      <pc:sldChg chg="addSp delSp modSp new del mod modClrScheme chgLayout">
        <pc:chgData name="Silvana Ovaitt" userId="c9c4c088356be7f9" providerId="LiveId" clId="{A454C109-3727-48F4-B8C5-A2A5A7483881}" dt="2026-10-26T19:44:32.567" v="1955" actId="2696"/>
        <pc:sldMkLst>
          <pc:docMk/>
          <pc:sldMk cId="3364634349" sldId="2147482924"/>
        </pc:sldMkLst>
        <pc:spChg chg="del mod ord">
          <ac:chgData name="Silvana Ovaitt" userId="c9c4c088356be7f9" providerId="LiveId" clId="{A454C109-3727-48F4-B8C5-A2A5A7483881}" dt="2026-10-26T16:43:12.812" v="1862" actId="700"/>
          <ac:spMkLst>
            <pc:docMk/>
            <pc:sldMk cId="3364634349" sldId="2147482924"/>
            <ac:spMk id="2" creationId="{FDAB0706-F2C1-6178-8404-5BA1DDA85FBB}"/>
          </ac:spMkLst>
        </pc:spChg>
        <pc:spChg chg="add del mod ord">
          <ac:chgData name="Silvana Ovaitt" userId="c9c4c088356be7f9" providerId="LiveId" clId="{A454C109-3727-48F4-B8C5-A2A5A7483881}" dt="2026-10-26T16:43:15.136" v="1863" actId="700"/>
          <ac:spMkLst>
            <pc:docMk/>
            <pc:sldMk cId="3364634349" sldId="2147482924"/>
            <ac:spMk id="3" creationId="{B59F4CF2-6AD1-797C-D9D8-282A896B11C7}"/>
          </ac:spMkLst>
        </pc:spChg>
        <pc:spChg chg="add del mod ord">
          <ac:chgData name="Silvana Ovaitt" userId="c9c4c088356be7f9" providerId="LiveId" clId="{A454C109-3727-48F4-B8C5-A2A5A7483881}" dt="2026-10-26T16:43:15.136" v="1863" actId="700"/>
          <ac:spMkLst>
            <pc:docMk/>
            <pc:sldMk cId="3364634349" sldId="2147482924"/>
            <ac:spMk id="4" creationId="{A5BA349E-6ACD-FF6A-656C-669759597789}"/>
          </ac:spMkLst>
        </pc:spChg>
        <pc:spChg chg="add mod ord">
          <ac:chgData name="Silvana Ovaitt" userId="c9c4c088356be7f9" providerId="LiveId" clId="{A454C109-3727-48F4-B8C5-A2A5A7483881}" dt="2026-10-26T16:45:25.370" v="1887" actId="20577"/>
          <ac:spMkLst>
            <pc:docMk/>
            <pc:sldMk cId="3364634349" sldId="2147482924"/>
            <ac:spMk id="5" creationId="{91E86C42-0AA1-80AF-A59F-71803DBDE1AF}"/>
          </ac:spMkLst>
        </pc:spChg>
        <pc:spChg chg="add mod">
          <ac:chgData name="Silvana Ovaitt" userId="c9c4c088356be7f9" providerId="LiveId" clId="{A454C109-3727-48F4-B8C5-A2A5A7483881}" dt="2026-10-26T16:44:54.110" v="1865" actId="1076"/>
          <ac:spMkLst>
            <pc:docMk/>
            <pc:sldMk cId="3364634349" sldId="2147482924"/>
            <ac:spMk id="7" creationId="{4544EA83-63A2-C906-420E-076A05F58731}"/>
          </ac:spMkLst>
        </pc:spChg>
        <pc:picChg chg="add mod">
          <ac:chgData name="Silvana Ovaitt" userId="c9c4c088356be7f9" providerId="LiveId" clId="{A454C109-3727-48F4-B8C5-A2A5A7483881}" dt="2026-10-26T16:45:11.226" v="1867" actId="1076"/>
          <ac:picMkLst>
            <pc:docMk/>
            <pc:sldMk cId="3364634349" sldId="2147482924"/>
            <ac:picMk id="9" creationId="{5A3D921B-A7FC-D146-4F9A-87222F706451}"/>
          </ac:picMkLst>
        </pc:picChg>
      </pc:sldChg>
      <pc:sldChg chg="new del">
        <pc:chgData name="Silvana Ovaitt" userId="c9c4c088356be7f9" providerId="LiveId" clId="{A454C109-3727-48F4-B8C5-A2A5A7483881}" dt="2026-10-26T16:45:28.389" v="1889" actId="47"/>
        <pc:sldMkLst>
          <pc:docMk/>
          <pc:sldMk cId="649907171" sldId="2147482925"/>
        </pc:sldMkLst>
      </pc:sldChg>
      <pc:sldChg chg="modSp add mod ord">
        <pc:chgData name="Silvana Ovaitt" userId="c9c4c088356be7f9" providerId="LiveId" clId="{A454C109-3727-48F4-B8C5-A2A5A7483881}" dt="2026-10-26T22:22:19.233" v="2175" actId="1076"/>
        <pc:sldMkLst>
          <pc:docMk/>
          <pc:sldMk cId="916188451" sldId="2147482925"/>
        </pc:sldMkLst>
        <pc:spChg chg="mod">
          <ac:chgData name="Silvana Ovaitt" userId="c9c4c088356be7f9" providerId="LiveId" clId="{A454C109-3727-48F4-B8C5-A2A5A7483881}" dt="2026-10-26T22:22:19.233" v="2175" actId="1076"/>
          <ac:spMkLst>
            <pc:docMk/>
            <pc:sldMk cId="916188451" sldId="2147482925"/>
            <ac:spMk id="2" creationId="{9B2E3B7F-2B2D-E5A1-0AC4-5959DFA48DAE}"/>
          </ac:spMkLst>
        </pc:spChg>
      </pc:sldChg>
      <pc:sldChg chg="new del">
        <pc:chgData name="Silvana Ovaitt" userId="c9c4c088356be7f9" providerId="LiveId" clId="{A454C109-3727-48F4-B8C5-A2A5A7483881}" dt="2026-10-26T16:45:17.959" v="1882" actId="47"/>
        <pc:sldMkLst>
          <pc:docMk/>
          <pc:sldMk cId="974908217" sldId="2147482925"/>
        </pc:sldMkLst>
      </pc:sldChg>
      <pc:sldChg chg="addSp delSp modSp new del mod modClrScheme chgLayout">
        <pc:chgData name="Silvana Ovaitt" userId="c9c4c088356be7f9" providerId="LiveId" clId="{A454C109-3727-48F4-B8C5-A2A5A7483881}" dt="2026-10-26T19:40:10.157" v="1905" actId="47"/>
        <pc:sldMkLst>
          <pc:docMk/>
          <pc:sldMk cId="1349668480" sldId="2147482926"/>
        </pc:sldMkLst>
        <pc:spChg chg="del mod ord">
          <ac:chgData name="Silvana Ovaitt" userId="c9c4c088356be7f9" providerId="LiveId" clId="{A454C109-3727-48F4-B8C5-A2A5A7483881}" dt="2026-10-26T19:39:55.637" v="1903" actId="700"/>
          <ac:spMkLst>
            <pc:docMk/>
            <pc:sldMk cId="1349668480" sldId="2147482926"/>
            <ac:spMk id="2" creationId="{DA706206-2DB1-3299-9CCF-BF4A451B8011}"/>
          </ac:spMkLst>
        </pc:spChg>
        <pc:spChg chg="add mod ord">
          <ac:chgData name="Silvana Ovaitt" userId="c9c4c088356be7f9" providerId="LiveId" clId="{A454C109-3727-48F4-B8C5-A2A5A7483881}" dt="2026-10-26T19:39:55.637" v="1903" actId="700"/>
          <ac:spMkLst>
            <pc:docMk/>
            <pc:sldMk cId="1349668480" sldId="2147482926"/>
            <ac:spMk id="3" creationId="{CF9EFB4A-F79D-47B3-90A1-CAF5F4ADE5BC}"/>
          </ac:spMkLst>
        </pc:spChg>
        <pc:spChg chg="add mod ord">
          <ac:chgData name="Silvana Ovaitt" userId="c9c4c088356be7f9" providerId="LiveId" clId="{A454C109-3727-48F4-B8C5-A2A5A7483881}" dt="2026-10-26T19:39:55.637" v="1903" actId="700"/>
          <ac:spMkLst>
            <pc:docMk/>
            <pc:sldMk cId="1349668480" sldId="2147482926"/>
            <ac:spMk id="4" creationId="{D8C8F157-2480-598E-A07F-2717F76BB0F8}"/>
          </ac:spMkLst>
        </pc:spChg>
      </pc:sldChg>
      <pc:sldChg chg="new del">
        <pc:chgData name="Silvana Ovaitt" userId="c9c4c088356be7f9" providerId="LiveId" clId="{A454C109-3727-48F4-B8C5-A2A5A7483881}" dt="2026-10-26T19:39:50.993" v="1901" actId="680"/>
        <pc:sldMkLst>
          <pc:docMk/>
          <pc:sldMk cId="2158262540" sldId="2147482926"/>
        </pc:sldMkLst>
      </pc:sldChg>
      <pc:sldChg chg="add ord setBg">
        <pc:chgData name="Silvana Ovaitt" userId="c9c4c088356be7f9" providerId="LiveId" clId="{A454C109-3727-48F4-B8C5-A2A5A7483881}" dt="2026-10-26T19:57:18.246" v="2074"/>
        <pc:sldMkLst>
          <pc:docMk/>
          <pc:sldMk cId="236470981" sldId="2147482927"/>
        </pc:sldMkLst>
      </pc:sldChg>
      <pc:sldChg chg="add ord setBg">
        <pc:chgData name="Silvana Ovaitt" userId="c9c4c088356be7f9" providerId="LiveId" clId="{A454C109-3727-48F4-B8C5-A2A5A7483881}" dt="2026-10-26T19:42:56.114" v="1946"/>
        <pc:sldMkLst>
          <pc:docMk/>
          <pc:sldMk cId="143385237" sldId="2147482928"/>
        </pc:sldMkLst>
      </pc:sldChg>
      <pc:sldChg chg="add ord setBg">
        <pc:chgData name="Silvana Ovaitt" userId="c9c4c088356be7f9" providerId="LiveId" clId="{A454C109-3727-48F4-B8C5-A2A5A7483881}" dt="2026-10-26T19:57:12.276" v="2072"/>
        <pc:sldMkLst>
          <pc:docMk/>
          <pc:sldMk cId="364734541" sldId="2147482929"/>
        </pc:sldMkLst>
      </pc:sldChg>
      <pc:sldChg chg="modSp add mod">
        <pc:chgData name="Silvana Ovaitt" userId="c9c4c088356be7f9" providerId="LiveId" clId="{A454C109-3727-48F4-B8C5-A2A5A7483881}" dt="2026-10-26T22:22:30.981" v="2177" actId="27636"/>
        <pc:sldMkLst>
          <pc:docMk/>
          <pc:sldMk cId="810321276" sldId="2147482930"/>
        </pc:sldMkLst>
        <pc:spChg chg="mod">
          <ac:chgData name="Silvana Ovaitt" userId="c9c4c088356be7f9" providerId="LiveId" clId="{A454C109-3727-48F4-B8C5-A2A5A7483881}" dt="2026-10-26T19:56:14.040" v="2046" actId="5793"/>
          <ac:spMkLst>
            <pc:docMk/>
            <pc:sldMk cId="810321276" sldId="2147482930"/>
            <ac:spMk id="2" creationId="{C35A2152-81BE-AA99-3526-0656A08A0B22}"/>
          </ac:spMkLst>
        </pc:spChg>
        <pc:spChg chg="mod">
          <ac:chgData name="Silvana Ovaitt" userId="c9c4c088356be7f9" providerId="LiveId" clId="{A454C109-3727-48F4-B8C5-A2A5A7483881}" dt="2026-10-26T22:22:30.981" v="2177" actId="27636"/>
          <ac:spMkLst>
            <pc:docMk/>
            <pc:sldMk cId="810321276" sldId="2147482930"/>
            <ac:spMk id="3" creationId="{8629E808-4AE8-5739-B4DD-FB500028DEFE}"/>
          </ac:spMkLst>
        </pc:spChg>
      </pc:sldChg>
      <pc:sldChg chg="modSp add mod">
        <pc:chgData name="Silvana Ovaitt" userId="c9c4c088356be7f9" providerId="LiveId" clId="{A454C109-3727-48F4-B8C5-A2A5A7483881}" dt="2026-10-26T19:56:18.174" v="2048" actId="27636"/>
        <pc:sldMkLst>
          <pc:docMk/>
          <pc:sldMk cId="1287826350" sldId="2147482931"/>
        </pc:sldMkLst>
        <pc:spChg chg="mod">
          <ac:chgData name="Silvana Ovaitt" userId="c9c4c088356be7f9" providerId="LiveId" clId="{A454C109-3727-48F4-B8C5-A2A5A7483881}" dt="2026-10-26T19:56:18.174" v="2048" actId="27636"/>
          <ac:spMkLst>
            <pc:docMk/>
            <pc:sldMk cId="1287826350" sldId="2147482931"/>
            <ac:spMk id="2" creationId="{13112E66-BAB9-1FE6-631D-E4A3F2F807CA}"/>
          </ac:spMkLst>
        </pc:spChg>
      </pc:sldChg>
      <pc:sldChg chg="modSp add mod">
        <pc:chgData name="Silvana Ovaitt" userId="c9c4c088356be7f9" providerId="LiveId" clId="{A454C109-3727-48F4-B8C5-A2A5A7483881}" dt="2026-10-26T22:23:28.954" v="2272" actId="403"/>
        <pc:sldMkLst>
          <pc:docMk/>
          <pc:sldMk cId="2186149951" sldId="2147482932"/>
        </pc:sldMkLst>
        <pc:graphicFrameChg chg="mod modGraphic">
          <ac:chgData name="Silvana Ovaitt" userId="c9c4c088356be7f9" providerId="LiveId" clId="{A454C109-3727-48F4-B8C5-A2A5A7483881}" dt="2026-10-26T22:23:28.954" v="2272" actId="403"/>
          <ac:graphicFrameMkLst>
            <pc:docMk/>
            <pc:sldMk cId="2186149951" sldId="2147482932"/>
            <ac:graphicFrameMk id="4" creationId="{A928F97B-A2F8-D7FA-38C5-E36D98C9BF96}"/>
          </ac:graphicFrameMkLst>
        </pc:graphicFrameChg>
      </pc:sldChg>
      <pc:sldChg chg="addSp modSp add mod ord setBg">
        <pc:chgData name="Silvana Ovaitt" userId="c9c4c088356be7f9" providerId="LiveId" clId="{A454C109-3727-48F4-B8C5-A2A5A7483881}" dt="2026-10-26T22:22:52.516" v="2263" actId="1076"/>
        <pc:sldMkLst>
          <pc:docMk/>
          <pc:sldMk cId="3950448258" sldId="2147482933"/>
        </pc:sldMkLst>
        <pc:spChg chg="add mod">
          <ac:chgData name="Silvana Ovaitt" userId="c9c4c088356be7f9" providerId="LiveId" clId="{A454C109-3727-48F4-B8C5-A2A5A7483881}" dt="2026-10-26T22:22:52.516" v="2263" actId="1076"/>
          <ac:spMkLst>
            <pc:docMk/>
            <pc:sldMk cId="3950448258" sldId="2147482933"/>
            <ac:spMk id="2" creationId="{173B9C14-BA63-D006-3F19-EB622B85F4C3}"/>
          </ac:spMkLst>
        </pc:spChg>
      </pc:sldChg>
      <pc:sldChg chg="addSp delSp modSp add mod ord setBg">
        <pc:chgData name="Silvana Ovaitt" userId="c9c4c088356be7f9" providerId="LiveId" clId="{A454C109-3727-48F4-B8C5-A2A5A7483881}" dt="2026-10-26T19:58:02.473" v="2105" actId="20577"/>
        <pc:sldMkLst>
          <pc:docMk/>
          <pc:sldMk cId="1350897744" sldId="2147482934"/>
        </pc:sldMkLst>
        <pc:spChg chg="del">
          <ac:chgData name="Silvana Ovaitt" userId="c9c4c088356be7f9" providerId="LiveId" clId="{A454C109-3727-48F4-B8C5-A2A5A7483881}" dt="2026-10-26T19:57:57.516" v="2097" actId="26606"/>
          <ac:spMkLst>
            <pc:docMk/>
            <pc:sldMk cId="1350897744" sldId="2147482934"/>
            <ac:spMk id="2" creationId="{38EC5635-D641-6B59-8C16-A13A17533C60}"/>
          </ac:spMkLst>
        </pc:spChg>
        <pc:spChg chg="del">
          <ac:chgData name="Silvana Ovaitt" userId="c9c4c088356be7f9" providerId="LiveId" clId="{A454C109-3727-48F4-B8C5-A2A5A7483881}" dt="2026-10-26T19:57:57.516" v="2097" actId="26606"/>
          <ac:spMkLst>
            <pc:docMk/>
            <pc:sldMk cId="1350897744" sldId="2147482934"/>
            <ac:spMk id="3" creationId="{A7E45264-F53B-2BCD-7F9C-22B8A8295EAF}"/>
          </ac:spMkLst>
        </pc:spChg>
        <pc:spChg chg="add mod">
          <ac:chgData name="Silvana Ovaitt" userId="c9c4c088356be7f9" providerId="LiveId" clId="{A454C109-3727-48F4-B8C5-A2A5A7483881}" dt="2026-10-26T19:58:02.473" v="2105" actId="20577"/>
          <ac:spMkLst>
            <pc:docMk/>
            <pc:sldMk cId="1350897744" sldId="2147482934"/>
            <ac:spMk id="6" creationId="{0B1AD944-1815-EE0D-01D4-FD1EEB87EA7D}"/>
          </ac:spMkLst>
        </pc:spChg>
        <pc:picChg chg="mod">
          <ac:chgData name="Silvana Ovaitt" userId="c9c4c088356be7f9" providerId="LiveId" clId="{A454C109-3727-48F4-B8C5-A2A5A7483881}" dt="2026-10-26T19:57:57.516" v="2097" actId="26606"/>
          <ac:picMkLst>
            <pc:docMk/>
            <pc:sldMk cId="1350897744" sldId="2147482934"/>
            <ac:picMk id="5" creationId="{47F258FB-62FE-B3FD-129D-AAB4C70A1174}"/>
          </ac:picMkLst>
        </pc:picChg>
      </pc:sldChg>
      <pc:sldChg chg="addSp delSp modSp add mod ord setBg">
        <pc:chgData name="Silvana Ovaitt" userId="c9c4c088356be7f9" providerId="LiveId" clId="{A454C109-3727-48F4-B8C5-A2A5A7483881}" dt="2026-10-26T19:58:24.711" v="2114" actId="478"/>
        <pc:sldMkLst>
          <pc:docMk/>
          <pc:sldMk cId="3441422384" sldId="2147482935"/>
        </pc:sldMkLst>
        <pc:spChg chg="add del mod">
          <ac:chgData name="Silvana Ovaitt" userId="c9c4c088356be7f9" providerId="LiveId" clId="{A454C109-3727-48F4-B8C5-A2A5A7483881}" dt="2026-10-26T19:58:24.711" v="2114" actId="478"/>
          <ac:spMkLst>
            <pc:docMk/>
            <pc:sldMk cId="3441422384" sldId="2147482935"/>
            <ac:spMk id="3" creationId="{29F827BA-ED33-1D24-2BD7-56958539274B}"/>
          </ac:spMkLst>
        </pc:spChg>
      </pc:sldChg>
      <pc:sldChg chg="modSp new mod ord">
        <pc:chgData name="Silvana Ovaitt" userId="c9c4c088356be7f9" providerId="LiveId" clId="{A454C109-3727-48F4-B8C5-A2A5A7483881}" dt="2026-10-26T19:46:04.919" v="1978"/>
        <pc:sldMkLst>
          <pc:docMk/>
          <pc:sldMk cId="1438668731" sldId="2147482936"/>
        </pc:sldMkLst>
        <pc:spChg chg="mod">
          <ac:chgData name="Silvana Ovaitt" userId="c9c4c088356be7f9" providerId="LiveId" clId="{A454C109-3727-48F4-B8C5-A2A5A7483881}" dt="2026-10-26T19:45:59.167" v="1976" actId="20577"/>
          <ac:spMkLst>
            <pc:docMk/>
            <pc:sldMk cId="1438668731" sldId="2147482936"/>
            <ac:spMk id="2" creationId="{600DE32F-F0F1-24A0-341D-27D7643538ED}"/>
          </ac:spMkLst>
        </pc:spChg>
      </pc:sldChg>
      <pc:sldMasterChg chg="delSldLayout modSldLayout">
        <pc:chgData name="Silvana Ovaitt" userId="c9c4c088356be7f9" providerId="LiveId" clId="{A454C109-3727-48F4-B8C5-A2A5A7483881}" dt="2026-10-26T19:44:32.567" v="1955" actId="2696"/>
        <pc:sldMasterMkLst>
          <pc:docMk/>
          <pc:sldMasterMk cId="723182744" sldId="2147483660"/>
        </pc:sldMasterMkLst>
        <pc:sldLayoutChg chg="addSp delSp modSp mod">
          <pc:chgData name="Silvana Ovaitt" userId="c9c4c088356be7f9" providerId="LiveId" clId="{A454C109-3727-48F4-B8C5-A2A5A7483881}" dt="2026-10-24T15:18:30.585" v="1415" actId="1076"/>
          <pc:sldLayoutMkLst>
            <pc:docMk/>
            <pc:sldMasterMk cId="723182744" sldId="2147483660"/>
            <pc:sldLayoutMk cId="4081055204" sldId="2147483663"/>
          </pc:sldLayoutMkLst>
          <pc:spChg chg="add mod ord">
            <ac:chgData name="Silvana Ovaitt" userId="c9c4c088356be7f9" providerId="LiveId" clId="{A454C109-3727-48F4-B8C5-A2A5A7483881}" dt="2026-10-24T15:17:33.882" v="1405" actId="167"/>
            <ac:spMkLst>
              <pc:docMk/>
              <pc:sldMasterMk cId="723182744" sldId="2147483660"/>
              <pc:sldLayoutMk cId="4081055204" sldId="2147483663"/>
              <ac:spMk id="4" creationId="{EFD0AAB5-7DC4-FCF6-22F8-ECA9F367DFA8}"/>
            </ac:spMkLst>
          </pc:spChg>
          <pc:spChg chg="mod ord">
            <ac:chgData name="Silvana Ovaitt" userId="c9c4c088356be7f9" providerId="LiveId" clId="{A454C109-3727-48F4-B8C5-A2A5A7483881}" dt="2026-10-24T15:17:58.685" v="1411" actId="1076"/>
            <ac:spMkLst>
              <pc:docMk/>
              <pc:sldMasterMk cId="723182744" sldId="2147483660"/>
              <pc:sldLayoutMk cId="4081055204" sldId="2147483663"/>
              <ac:spMk id="13" creationId="{923966C7-460D-AC8B-6DF4-23E88FA83170}"/>
            </ac:spMkLst>
          </pc:spChg>
          <pc:cxnChg chg="add mod">
            <ac:chgData name="Silvana Ovaitt" userId="c9c4c088356be7f9" providerId="LiveId" clId="{A454C109-3727-48F4-B8C5-A2A5A7483881}" dt="2026-10-24T15:18:30.585" v="1415" actId="1076"/>
            <ac:cxnSpMkLst>
              <pc:docMk/>
              <pc:sldMasterMk cId="723182744" sldId="2147483660"/>
              <pc:sldLayoutMk cId="4081055204" sldId="2147483663"/>
              <ac:cxnSpMk id="8" creationId="{671C3DD3-8769-96BA-6596-FF45527A03F0}"/>
            </ac:cxnSpMkLst>
          </pc:cxnChg>
        </pc:sldLayoutChg>
        <pc:sldLayoutChg chg="del">
          <pc:chgData name="Silvana Ovaitt" userId="c9c4c088356be7f9" providerId="LiveId" clId="{A454C109-3727-48F4-B8C5-A2A5A7483881}" dt="2026-10-26T16:41:54.117" v="1781" actId="47"/>
          <pc:sldLayoutMkLst>
            <pc:docMk/>
            <pc:sldMasterMk cId="723182744" sldId="2147483660"/>
            <pc:sldLayoutMk cId="3695924781" sldId="2147483664"/>
          </pc:sldLayoutMkLst>
        </pc:sldLayoutChg>
        <pc:sldLayoutChg chg="del">
          <pc:chgData name="Silvana Ovaitt" userId="c9c4c088356be7f9" providerId="LiveId" clId="{A454C109-3727-48F4-B8C5-A2A5A7483881}" dt="2026-10-26T19:44:32.567" v="1955" actId="2696"/>
          <pc:sldLayoutMkLst>
            <pc:docMk/>
            <pc:sldMasterMk cId="723182744" sldId="2147483660"/>
            <pc:sldLayoutMk cId="2063894589" sldId="2147483665"/>
          </pc:sldLayoutMkLst>
        </pc:sldLayoutChg>
        <pc:sldLayoutChg chg="del">
          <pc:chgData name="Silvana Ovaitt" userId="c9c4c088356be7f9" providerId="LiveId" clId="{A454C109-3727-48F4-B8C5-A2A5A7483881}" dt="2026-10-26T19:44:32.567" v="1955" actId="2696"/>
          <pc:sldLayoutMkLst>
            <pc:docMk/>
            <pc:sldMasterMk cId="723182744" sldId="2147483660"/>
            <pc:sldLayoutMk cId="2471433259" sldId="2147483666"/>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BDC96A2-3046-45C8-A741-622E3A3414A7}"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E580ABE6-22BE-4166-AFC6-0BAC44759B5C}">
      <dgm:prSet/>
      <dgm:spPr/>
      <dgm:t>
        <a:bodyPr/>
        <a:lstStyle/>
        <a:p>
          <a:r>
            <a:rPr lang="en-US" dirty="0"/>
            <a:t>1. </a:t>
          </a:r>
          <a:r>
            <a:rPr lang="en-US" dirty="0" err="1"/>
            <a:t>Manhã</a:t>
          </a:r>
          <a:r>
            <a:rPr lang="en-US" dirty="0"/>
            <a:t> — </a:t>
          </a:r>
          <a:r>
            <a:rPr lang="en-US" dirty="0" err="1"/>
            <a:t>Introdução</a:t>
          </a:r>
          <a:r>
            <a:rPr lang="en-US" dirty="0"/>
            <a:t> à </a:t>
          </a:r>
          <a:r>
            <a:rPr lang="en-US" dirty="0" err="1"/>
            <a:t>modelagem</a:t>
          </a:r>
          <a:r>
            <a:rPr lang="en-US" dirty="0"/>
            <a:t> </a:t>
          </a:r>
          <a:r>
            <a:rPr lang="en-US" dirty="0" err="1"/>
            <a:t>fotovoltaica</a:t>
          </a:r>
          <a:r>
            <a:rPr lang="en-US" dirty="0"/>
            <a:t> </a:t>
          </a:r>
        </a:p>
      </dgm:t>
    </dgm:pt>
    <dgm:pt modelId="{9DF92DB2-61F1-4E02-8FAE-8DA85DB08EAC}" type="parTrans" cxnId="{7F844163-E660-4C90-BA0D-26062F1567FE}">
      <dgm:prSet/>
      <dgm:spPr/>
      <dgm:t>
        <a:bodyPr/>
        <a:lstStyle/>
        <a:p>
          <a:endParaRPr lang="en-US"/>
        </a:p>
      </dgm:t>
    </dgm:pt>
    <dgm:pt modelId="{67F3EB9F-6CD8-4DFC-815E-D1F1BC84C015}" type="sibTrans" cxnId="{7F844163-E660-4C90-BA0D-26062F1567FE}">
      <dgm:prSet/>
      <dgm:spPr/>
      <dgm:t>
        <a:bodyPr/>
        <a:lstStyle/>
        <a:p>
          <a:endParaRPr lang="en-US"/>
        </a:p>
      </dgm:t>
    </dgm:pt>
    <dgm:pt modelId="{BC428122-897B-4727-BBAC-F39071077347}">
      <dgm:prSet/>
      <dgm:spPr/>
      <dgm:t>
        <a:bodyPr/>
        <a:lstStyle/>
        <a:p>
          <a:r>
            <a:rPr lang="en-US" dirty="0"/>
            <a:t>Jupyter Notebook, </a:t>
          </a:r>
          <a:r>
            <a:rPr lang="en-US" dirty="0" err="1"/>
            <a:t>pvlib</a:t>
          </a:r>
          <a:r>
            <a:rPr lang="en-US" dirty="0"/>
            <a:t> e </a:t>
          </a:r>
          <a:r>
            <a:rPr lang="en-US" dirty="0" err="1"/>
            <a:t>ModelChain</a:t>
          </a:r>
          <a:r>
            <a:rPr lang="en-US" dirty="0"/>
            <a:t>: dos dados </a:t>
          </a:r>
          <a:r>
            <a:rPr lang="en-US" dirty="0" err="1"/>
            <a:t>meteorológicos</a:t>
          </a:r>
          <a:r>
            <a:rPr lang="en-US" dirty="0"/>
            <a:t> à </a:t>
          </a:r>
          <a:r>
            <a:rPr lang="en-US" dirty="0" err="1"/>
            <a:t>simulação</a:t>
          </a:r>
          <a:r>
            <a:rPr lang="en-US" dirty="0"/>
            <a:t> de </a:t>
          </a:r>
          <a:r>
            <a:rPr lang="en-US" dirty="0" err="1"/>
            <a:t>desempenho</a:t>
          </a:r>
          <a:r>
            <a:rPr lang="en-US" dirty="0"/>
            <a:t>.</a:t>
          </a:r>
        </a:p>
      </dgm:t>
    </dgm:pt>
    <dgm:pt modelId="{A5B40045-CDD2-4E27-954B-6DA9947CD3CD}" type="parTrans" cxnId="{1F58DEF9-480B-41A2-8851-049D79A48B38}">
      <dgm:prSet/>
      <dgm:spPr/>
      <dgm:t>
        <a:bodyPr/>
        <a:lstStyle/>
        <a:p>
          <a:endParaRPr lang="en-US"/>
        </a:p>
      </dgm:t>
    </dgm:pt>
    <dgm:pt modelId="{28AD4F60-158A-43EF-BBCD-1A12DEB02776}" type="sibTrans" cxnId="{1F58DEF9-480B-41A2-8851-049D79A48B38}">
      <dgm:prSet/>
      <dgm:spPr/>
      <dgm:t>
        <a:bodyPr/>
        <a:lstStyle/>
        <a:p>
          <a:endParaRPr lang="en-US"/>
        </a:p>
      </dgm:t>
    </dgm:pt>
    <dgm:pt modelId="{D625F7A9-CA8F-4A1E-A461-3ADF331ED03E}">
      <dgm:prSet/>
      <dgm:spPr/>
      <dgm:t>
        <a:bodyPr/>
        <a:lstStyle/>
        <a:p>
          <a:r>
            <a:rPr lang="en-US"/>
            <a:t>2. Trabalho em equipe </a:t>
          </a:r>
        </a:p>
      </dgm:t>
    </dgm:pt>
    <dgm:pt modelId="{1B1CE8D8-7E19-4B93-945D-9A0050AE9B55}" type="parTrans" cxnId="{42648646-A6BF-4344-99B3-BCCC00104E8D}">
      <dgm:prSet/>
      <dgm:spPr/>
      <dgm:t>
        <a:bodyPr/>
        <a:lstStyle/>
        <a:p>
          <a:endParaRPr lang="en-US"/>
        </a:p>
      </dgm:t>
    </dgm:pt>
    <dgm:pt modelId="{928F9502-005C-4663-880E-5BC3B0956365}" type="sibTrans" cxnId="{42648646-A6BF-4344-99B3-BCCC00104E8D}">
      <dgm:prSet/>
      <dgm:spPr/>
      <dgm:t>
        <a:bodyPr/>
        <a:lstStyle/>
        <a:p>
          <a:endParaRPr lang="en-US"/>
        </a:p>
      </dgm:t>
    </dgm:pt>
    <dgm:pt modelId="{F2437BB6-1D98-45F9-982E-99E429635935}">
      <dgm:prSet/>
      <dgm:spPr/>
      <dgm:t>
        <a:bodyPr/>
        <a:lstStyle/>
        <a:p>
          <a:r>
            <a:rPr lang="en-US"/>
            <a:t>Modelagem de uma usina real Aplicação dos conceitos ao sistema fotovoltaico Simon Solar.</a:t>
          </a:r>
        </a:p>
      </dgm:t>
    </dgm:pt>
    <dgm:pt modelId="{5C8F178A-C0E6-41F7-9FA9-99988EC68972}" type="parTrans" cxnId="{A33C3DE6-6BEF-42D0-9229-B10DDC71D7B6}">
      <dgm:prSet/>
      <dgm:spPr/>
      <dgm:t>
        <a:bodyPr/>
        <a:lstStyle/>
        <a:p>
          <a:endParaRPr lang="en-US"/>
        </a:p>
      </dgm:t>
    </dgm:pt>
    <dgm:pt modelId="{5E1BA73F-C849-4D99-853D-40F155A3AD4E}" type="sibTrans" cxnId="{A33C3DE6-6BEF-42D0-9229-B10DDC71D7B6}">
      <dgm:prSet/>
      <dgm:spPr/>
      <dgm:t>
        <a:bodyPr/>
        <a:lstStyle/>
        <a:p>
          <a:endParaRPr lang="en-US"/>
        </a:p>
      </dgm:t>
    </dgm:pt>
    <dgm:pt modelId="{F60531B8-A23F-4576-B76C-12BB05CE7230}">
      <dgm:prSet/>
      <dgm:spPr/>
      <dgm:t>
        <a:bodyPr/>
        <a:lstStyle/>
        <a:p>
          <a:r>
            <a:rPr lang="en-US"/>
            <a:t>3. Tarde — Dados de campo e validação </a:t>
          </a:r>
        </a:p>
      </dgm:t>
    </dgm:pt>
    <dgm:pt modelId="{D1234332-4410-4DD0-922F-9540D9487E76}" type="parTrans" cxnId="{05EF30C8-EF12-478D-8E37-00EDF6225C62}">
      <dgm:prSet/>
      <dgm:spPr/>
      <dgm:t>
        <a:bodyPr/>
        <a:lstStyle/>
        <a:p>
          <a:endParaRPr lang="en-US"/>
        </a:p>
      </dgm:t>
    </dgm:pt>
    <dgm:pt modelId="{43EFA6BA-9C6A-460D-8856-10AB40AC2576}" type="sibTrans" cxnId="{05EF30C8-EF12-478D-8E37-00EDF6225C62}">
      <dgm:prSet/>
      <dgm:spPr/>
      <dgm:t>
        <a:bodyPr/>
        <a:lstStyle/>
        <a:p>
          <a:endParaRPr lang="en-US"/>
        </a:p>
      </dgm:t>
    </dgm:pt>
    <dgm:pt modelId="{E663AFEE-7FEE-461E-BAE5-07C34445C457}">
      <dgm:prSet/>
      <dgm:spPr/>
      <dgm:t>
        <a:bodyPr/>
        <a:lstStyle/>
        <a:p>
          <a:r>
            <a:rPr lang="en-US"/>
            <a:t>Exploração de dados medidos e comparação com os resultados das simulações.</a:t>
          </a:r>
        </a:p>
      </dgm:t>
    </dgm:pt>
    <dgm:pt modelId="{AAFA9332-6B2A-4558-9CF9-5808C8CEB5E6}" type="parTrans" cxnId="{01E58584-5D4F-430E-96D2-073836D5FCC2}">
      <dgm:prSet/>
      <dgm:spPr/>
      <dgm:t>
        <a:bodyPr/>
        <a:lstStyle/>
        <a:p>
          <a:endParaRPr lang="en-US"/>
        </a:p>
      </dgm:t>
    </dgm:pt>
    <dgm:pt modelId="{96B53A54-7664-47E1-9AEF-E808377C955B}" type="sibTrans" cxnId="{01E58584-5D4F-430E-96D2-073836D5FCC2}">
      <dgm:prSet/>
      <dgm:spPr/>
      <dgm:t>
        <a:bodyPr/>
        <a:lstStyle/>
        <a:p>
          <a:endParaRPr lang="en-US"/>
        </a:p>
      </dgm:t>
    </dgm:pt>
    <dgm:pt modelId="{C95783E8-8367-46AD-A5A4-BF1BB9D11F8C}">
      <dgm:prSet/>
      <dgm:spPr/>
      <dgm:t>
        <a:bodyPr/>
        <a:lstStyle/>
        <a:p>
          <a:r>
            <a:rPr lang="en-US"/>
            <a:t>4. Trabalho em equipe </a:t>
          </a:r>
        </a:p>
      </dgm:t>
    </dgm:pt>
    <dgm:pt modelId="{F67039B4-EF9A-4AAF-8CA2-0ACDC2DFA84C}" type="parTrans" cxnId="{380F3502-6241-47C5-8E8C-886C3762C887}">
      <dgm:prSet/>
      <dgm:spPr/>
      <dgm:t>
        <a:bodyPr/>
        <a:lstStyle/>
        <a:p>
          <a:endParaRPr lang="en-US"/>
        </a:p>
      </dgm:t>
    </dgm:pt>
    <dgm:pt modelId="{8EEE25C8-F868-4687-A9C9-62AA44C5C15A}" type="sibTrans" cxnId="{380F3502-6241-47C5-8E8C-886C3762C887}">
      <dgm:prSet/>
      <dgm:spPr/>
      <dgm:t>
        <a:bodyPr/>
        <a:lstStyle/>
        <a:p>
          <a:endParaRPr lang="en-US"/>
        </a:p>
      </dgm:t>
    </dgm:pt>
    <dgm:pt modelId="{8282EA2D-0BFD-4528-B5B9-0A7CE853D34B}">
      <dgm:prSet/>
      <dgm:spPr/>
      <dgm:t>
        <a:bodyPr/>
        <a:lstStyle/>
        <a:p>
          <a:r>
            <a:rPr lang="en-US"/>
            <a:t>Desafio de análise de dados Investigação de discrepâncias, controle de qualidade (QA/QC) e oportunidades de melhoria do modelo.</a:t>
          </a:r>
        </a:p>
      </dgm:t>
    </dgm:pt>
    <dgm:pt modelId="{D309BB98-F0F5-468A-B5F7-0CFE34971024}" type="parTrans" cxnId="{9DFA10C7-A358-46CF-A986-37110433A0EE}">
      <dgm:prSet/>
      <dgm:spPr/>
      <dgm:t>
        <a:bodyPr/>
        <a:lstStyle/>
        <a:p>
          <a:endParaRPr lang="en-US"/>
        </a:p>
      </dgm:t>
    </dgm:pt>
    <dgm:pt modelId="{48534D08-F289-4C8A-9A7A-7B7F0161DB53}" type="sibTrans" cxnId="{9DFA10C7-A358-46CF-A986-37110433A0EE}">
      <dgm:prSet/>
      <dgm:spPr/>
      <dgm:t>
        <a:bodyPr/>
        <a:lstStyle/>
        <a:p>
          <a:endParaRPr lang="en-US"/>
        </a:p>
      </dgm:t>
    </dgm:pt>
    <dgm:pt modelId="{5FE105D6-ED99-43D0-81C1-50F638C2A346}" type="pres">
      <dgm:prSet presAssocID="{7BDC96A2-3046-45C8-A741-622E3A3414A7}" presName="linear" presStyleCnt="0">
        <dgm:presLayoutVars>
          <dgm:animLvl val="lvl"/>
          <dgm:resizeHandles val="exact"/>
        </dgm:presLayoutVars>
      </dgm:prSet>
      <dgm:spPr/>
    </dgm:pt>
    <dgm:pt modelId="{654E37E8-A93D-4CD9-AE3C-7E4181FEF86A}" type="pres">
      <dgm:prSet presAssocID="{E580ABE6-22BE-4166-AFC6-0BAC44759B5C}" presName="parentText" presStyleLbl="node1" presStyleIdx="0" presStyleCnt="4">
        <dgm:presLayoutVars>
          <dgm:chMax val="0"/>
          <dgm:bulletEnabled val="1"/>
        </dgm:presLayoutVars>
      </dgm:prSet>
      <dgm:spPr/>
    </dgm:pt>
    <dgm:pt modelId="{623F8769-A908-49BC-9E08-260463124043}" type="pres">
      <dgm:prSet presAssocID="{E580ABE6-22BE-4166-AFC6-0BAC44759B5C}" presName="childText" presStyleLbl="revTx" presStyleIdx="0" presStyleCnt="4">
        <dgm:presLayoutVars>
          <dgm:bulletEnabled val="1"/>
        </dgm:presLayoutVars>
      </dgm:prSet>
      <dgm:spPr/>
    </dgm:pt>
    <dgm:pt modelId="{F86F5580-EB96-437A-9059-7F9E37BB2429}" type="pres">
      <dgm:prSet presAssocID="{D625F7A9-CA8F-4A1E-A461-3ADF331ED03E}" presName="parentText" presStyleLbl="node1" presStyleIdx="1" presStyleCnt="4">
        <dgm:presLayoutVars>
          <dgm:chMax val="0"/>
          <dgm:bulletEnabled val="1"/>
        </dgm:presLayoutVars>
      </dgm:prSet>
      <dgm:spPr/>
    </dgm:pt>
    <dgm:pt modelId="{C75C7682-180F-427D-88DA-A2222F0CD469}" type="pres">
      <dgm:prSet presAssocID="{D625F7A9-CA8F-4A1E-A461-3ADF331ED03E}" presName="childText" presStyleLbl="revTx" presStyleIdx="1" presStyleCnt="4">
        <dgm:presLayoutVars>
          <dgm:bulletEnabled val="1"/>
        </dgm:presLayoutVars>
      </dgm:prSet>
      <dgm:spPr/>
    </dgm:pt>
    <dgm:pt modelId="{F92AFE68-1EF3-4506-A8F1-55D7FFFF4FF1}" type="pres">
      <dgm:prSet presAssocID="{F60531B8-A23F-4576-B76C-12BB05CE7230}" presName="parentText" presStyleLbl="node1" presStyleIdx="2" presStyleCnt="4">
        <dgm:presLayoutVars>
          <dgm:chMax val="0"/>
          <dgm:bulletEnabled val="1"/>
        </dgm:presLayoutVars>
      </dgm:prSet>
      <dgm:spPr/>
    </dgm:pt>
    <dgm:pt modelId="{E1A80037-1C6A-4D4E-BA63-0BCFC1D9BCB2}" type="pres">
      <dgm:prSet presAssocID="{F60531B8-A23F-4576-B76C-12BB05CE7230}" presName="childText" presStyleLbl="revTx" presStyleIdx="2" presStyleCnt="4">
        <dgm:presLayoutVars>
          <dgm:bulletEnabled val="1"/>
        </dgm:presLayoutVars>
      </dgm:prSet>
      <dgm:spPr/>
    </dgm:pt>
    <dgm:pt modelId="{F184AEE8-A9BD-4CCD-95BD-32FF9965FB51}" type="pres">
      <dgm:prSet presAssocID="{C95783E8-8367-46AD-A5A4-BF1BB9D11F8C}" presName="parentText" presStyleLbl="node1" presStyleIdx="3" presStyleCnt="4">
        <dgm:presLayoutVars>
          <dgm:chMax val="0"/>
          <dgm:bulletEnabled val="1"/>
        </dgm:presLayoutVars>
      </dgm:prSet>
      <dgm:spPr/>
    </dgm:pt>
    <dgm:pt modelId="{8DA8A523-F543-4E53-AE80-FF8111A383F9}" type="pres">
      <dgm:prSet presAssocID="{C95783E8-8367-46AD-A5A4-BF1BB9D11F8C}" presName="childText" presStyleLbl="revTx" presStyleIdx="3" presStyleCnt="4">
        <dgm:presLayoutVars>
          <dgm:bulletEnabled val="1"/>
        </dgm:presLayoutVars>
      </dgm:prSet>
      <dgm:spPr/>
    </dgm:pt>
  </dgm:ptLst>
  <dgm:cxnLst>
    <dgm:cxn modelId="{380F3502-6241-47C5-8E8C-886C3762C887}" srcId="{7BDC96A2-3046-45C8-A741-622E3A3414A7}" destId="{C95783E8-8367-46AD-A5A4-BF1BB9D11F8C}" srcOrd="3" destOrd="0" parTransId="{F67039B4-EF9A-4AAF-8CA2-0ACDC2DFA84C}" sibTransId="{8EEE25C8-F868-4687-A9C9-62AA44C5C15A}"/>
    <dgm:cxn modelId="{A056BC09-651D-4F6E-B92F-5FD79D237CD1}" type="presOf" srcId="{BC428122-897B-4727-BBAC-F39071077347}" destId="{623F8769-A908-49BC-9E08-260463124043}" srcOrd="0" destOrd="0" presId="urn:microsoft.com/office/officeart/2005/8/layout/vList2"/>
    <dgm:cxn modelId="{32FEA711-89BC-4BA3-A86E-795B21C1CDA9}" type="presOf" srcId="{D625F7A9-CA8F-4A1E-A461-3ADF331ED03E}" destId="{F86F5580-EB96-437A-9059-7F9E37BB2429}" srcOrd="0" destOrd="0" presId="urn:microsoft.com/office/officeart/2005/8/layout/vList2"/>
    <dgm:cxn modelId="{13B34F12-22A8-453D-BA50-8F9D40779D9E}" type="presOf" srcId="{E580ABE6-22BE-4166-AFC6-0BAC44759B5C}" destId="{654E37E8-A93D-4CD9-AE3C-7E4181FEF86A}" srcOrd="0" destOrd="0" presId="urn:microsoft.com/office/officeart/2005/8/layout/vList2"/>
    <dgm:cxn modelId="{7F844163-E660-4C90-BA0D-26062F1567FE}" srcId="{7BDC96A2-3046-45C8-A741-622E3A3414A7}" destId="{E580ABE6-22BE-4166-AFC6-0BAC44759B5C}" srcOrd="0" destOrd="0" parTransId="{9DF92DB2-61F1-4E02-8FAE-8DA85DB08EAC}" sibTransId="{67F3EB9F-6CD8-4DFC-815E-D1F1BC84C015}"/>
    <dgm:cxn modelId="{42648646-A6BF-4344-99B3-BCCC00104E8D}" srcId="{7BDC96A2-3046-45C8-A741-622E3A3414A7}" destId="{D625F7A9-CA8F-4A1E-A461-3ADF331ED03E}" srcOrd="1" destOrd="0" parTransId="{1B1CE8D8-7E19-4B93-945D-9A0050AE9B55}" sibTransId="{928F9502-005C-4663-880E-5BC3B0956365}"/>
    <dgm:cxn modelId="{389CD37B-A32C-48F6-A993-A3D4956C952E}" type="presOf" srcId="{F60531B8-A23F-4576-B76C-12BB05CE7230}" destId="{F92AFE68-1EF3-4506-A8F1-55D7FFFF4FF1}" srcOrd="0" destOrd="0" presId="urn:microsoft.com/office/officeart/2005/8/layout/vList2"/>
    <dgm:cxn modelId="{01E58584-5D4F-430E-96D2-073836D5FCC2}" srcId="{F60531B8-A23F-4576-B76C-12BB05CE7230}" destId="{E663AFEE-7FEE-461E-BAE5-07C34445C457}" srcOrd="0" destOrd="0" parTransId="{AAFA9332-6B2A-4558-9CF9-5808C8CEB5E6}" sibTransId="{96B53A54-7664-47E1-9AEF-E808377C955B}"/>
    <dgm:cxn modelId="{44C2F3A7-61F4-40F2-A8D5-84EA6F9785D9}" type="presOf" srcId="{C95783E8-8367-46AD-A5A4-BF1BB9D11F8C}" destId="{F184AEE8-A9BD-4CCD-95BD-32FF9965FB51}" srcOrd="0" destOrd="0" presId="urn:microsoft.com/office/officeart/2005/8/layout/vList2"/>
    <dgm:cxn modelId="{0D00BDAA-6F08-4090-BA35-9FF3C956B120}" type="presOf" srcId="{E663AFEE-7FEE-461E-BAE5-07C34445C457}" destId="{E1A80037-1C6A-4D4E-BA63-0BCFC1D9BCB2}" srcOrd="0" destOrd="0" presId="urn:microsoft.com/office/officeart/2005/8/layout/vList2"/>
    <dgm:cxn modelId="{F87E9FC4-9682-4137-97FE-F7CA5985AE57}" type="presOf" srcId="{8282EA2D-0BFD-4528-B5B9-0A7CE853D34B}" destId="{8DA8A523-F543-4E53-AE80-FF8111A383F9}" srcOrd="0" destOrd="0" presId="urn:microsoft.com/office/officeart/2005/8/layout/vList2"/>
    <dgm:cxn modelId="{9DFA10C7-A358-46CF-A986-37110433A0EE}" srcId="{C95783E8-8367-46AD-A5A4-BF1BB9D11F8C}" destId="{8282EA2D-0BFD-4528-B5B9-0A7CE853D34B}" srcOrd="0" destOrd="0" parTransId="{D309BB98-F0F5-468A-B5F7-0CFE34971024}" sibTransId="{48534D08-F289-4C8A-9A7A-7B7F0161DB53}"/>
    <dgm:cxn modelId="{05EF30C8-EF12-478D-8E37-00EDF6225C62}" srcId="{7BDC96A2-3046-45C8-A741-622E3A3414A7}" destId="{F60531B8-A23F-4576-B76C-12BB05CE7230}" srcOrd="2" destOrd="0" parTransId="{D1234332-4410-4DD0-922F-9540D9487E76}" sibTransId="{43EFA6BA-9C6A-460D-8856-10AB40AC2576}"/>
    <dgm:cxn modelId="{DA0EDFD2-F5D3-4556-885D-92D2CB806359}" type="presOf" srcId="{F2437BB6-1D98-45F9-982E-99E429635935}" destId="{C75C7682-180F-427D-88DA-A2222F0CD469}" srcOrd="0" destOrd="0" presId="urn:microsoft.com/office/officeart/2005/8/layout/vList2"/>
    <dgm:cxn modelId="{8066D6E4-E4E1-4BE0-8B4C-A6F97A30D97C}" type="presOf" srcId="{7BDC96A2-3046-45C8-A741-622E3A3414A7}" destId="{5FE105D6-ED99-43D0-81C1-50F638C2A346}" srcOrd="0" destOrd="0" presId="urn:microsoft.com/office/officeart/2005/8/layout/vList2"/>
    <dgm:cxn modelId="{A33C3DE6-6BEF-42D0-9229-B10DDC71D7B6}" srcId="{D625F7A9-CA8F-4A1E-A461-3ADF331ED03E}" destId="{F2437BB6-1D98-45F9-982E-99E429635935}" srcOrd="0" destOrd="0" parTransId="{5C8F178A-C0E6-41F7-9FA9-99988EC68972}" sibTransId="{5E1BA73F-C849-4D99-853D-40F155A3AD4E}"/>
    <dgm:cxn modelId="{1F58DEF9-480B-41A2-8851-049D79A48B38}" srcId="{E580ABE6-22BE-4166-AFC6-0BAC44759B5C}" destId="{BC428122-897B-4727-BBAC-F39071077347}" srcOrd="0" destOrd="0" parTransId="{A5B40045-CDD2-4E27-954B-6DA9947CD3CD}" sibTransId="{28AD4F60-158A-43EF-BBCD-1A12DEB02776}"/>
    <dgm:cxn modelId="{5B3E292E-714D-4062-A1FF-7288B7E40A81}" type="presParOf" srcId="{5FE105D6-ED99-43D0-81C1-50F638C2A346}" destId="{654E37E8-A93D-4CD9-AE3C-7E4181FEF86A}" srcOrd="0" destOrd="0" presId="urn:microsoft.com/office/officeart/2005/8/layout/vList2"/>
    <dgm:cxn modelId="{5BBD2069-1B9C-4CCE-81F8-D259A9FB08CD}" type="presParOf" srcId="{5FE105D6-ED99-43D0-81C1-50F638C2A346}" destId="{623F8769-A908-49BC-9E08-260463124043}" srcOrd="1" destOrd="0" presId="urn:microsoft.com/office/officeart/2005/8/layout/vList2"/>
    <dgm:cxn modelId="{7504A209-31E4-409C-A92F-CFC930B85CB0}" type="presParOf" srcId="{5FE105D6-ED99-43D0-81C1-50F638C2A346}" destId="{F86F5580-EB96-437A-9059-7F9E37BB2429}" srcOrd="2" destOrd="0" presId="urn:microsoft.com/office/officeart/2005/8/layout/vList2"/>
    <dgm:cxn modelId="{72F40D2E-1433-4BD6-A53F-0B91CE1B9A1F}" type="presParOf" srcId="{5FE105D6-ED99-43D0-81C1-50F638C2A346}" destId="{C75C7682-180F-427D-88DA-A2222F0CD469}" srcOrd="3" destOrd="0" presId="urn:microsoft.com/office/officeart/2005/8/layout/vList2"/>
    <dgm:cxn modelId="{4069F022-387F-4704-B598-C92DECE3D239}" type="presParOf" srcId="{5FE105D6-ED99-43D0-81C1-50F638C2A346}" destId="{F92AFE68-1EF3-4506-A8F1-55D7FFFF4FF1}" srcOrd="4" destOrd="0" presId="urn:microsoft.com/office/officeart/2005/8/layout/vList2"/>
    <dgm:cxn modelId="{D08D9CF5-1D1C-4D9B-A0D2-7B0980C43B42}" type="presParOf" srcId="{5FE105D6-ED99-43D0-81C1-50F638C2A346}" destId="{E1A80037-1C6A-4D4E-BA63-0BCFC1D9BCB2}" srcOrd="5" destOrd="0" presId="urn:microsoft.com/office/officeart/2005/8/layout/vList2"/>
    <dgm:cxn modelId="{FCD1C7FE-F372-4BA5-810F-AEDF9FC1072F}" type="presParOf" srcId="{5FE105D6-ED99-43D0-81C1-50F638C2A346}" destId="{F184AEE8-A9BD-4CCD-95BD-32FF9965FB51}" srcOrd="6" destOrd="0" presId="urn:microsoft.com/office/officeart/2005/8/layout/vList2"/>
    <dgm:cxn modelId="{B80C2036-C2D2-473F-BC91-C2BBEA35CD09}" type="presParOf" srcId="{5FE105D6-ED99-43D0-81C1-50F638C2A346}" destId="{8DA8A523-F543-4E53-AE80-FF8111A383F9}"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6DDBAC9-B242-EC46-977B-E5C461AD3A4C}" type="doc">
      <dgm:prSet loTypeId="urn:microsoft.com/office/officeart/2005/8/layout/hierarchy2" loCatId="" qsTypeId="urn:microsoft.com/office/officeart/2005/8/quickstyle/simple1" qsCatId="simple" csTypeId="urn:microsoft.com/office/officeart/2005/8/colors/colorful1" csCatId="colorful" phldr="1"/>
      <dgm:spPr/>
      <dgm:t>
        <a:bodyPr/>
        <a:lstStyle/>
        <a:p>
          <a:endParaRPr lang="en-US"/>
        </a:p>
      </dgm:t>
    </dgm:pt>
    <dgm:pt modelId="{22202F28-205B-7A4F-A03F-52B181570149}">
      <dgm:prSet phldrT="[Text]" custT="1"/>
      <dgm:spPr/>
      <dgm:t>
        <a:bodyPr/>
        <a:lstStyle/>
        <a:p>
          <a:r>
            <a:rPr lang="en-US" sz="1800" b="1" dirty="0"/>
            <a:t>Power Loss</a:t>
          </a:r>
        </a:p>
      </dgm:t>
    </dgm:pt>
    <dgm:pt modelId="{B8346FCE-9043-1647-A4FB-0CB23E8849E4}" type="parTrans" cxnId="{C39B9EEB-E022-BB47-B858-D896607DB750}">
      <dgm:prSet/>
      <dgm:spPr/>
      <dgm:t>
        <a:bodyPr/>
        <a:lstStyle/>
        <a:p>
          <a:endParaRPr lang="en-US" sz="1100" b="1"/>
        </a:p>
      </dgm:t>
    </dgm:pt>
    <dgm:pt modelId="{BA50E105-256A-E34D-90F5-B0994E8E263F}" type="sibTrans" cxnId="{C39B9EEB-E022-BB47-B858-D896607DB750}">
      <dgm:prSet/>
      <dgm:spPr/>
      <dgm:t>
        <a:bodyPr/>
        <a:lstStyle/>
        <a:p>
          <a:endParaRPr lang="en-US" sz="1100" b="1"/>
        </a:p>
      </dgm:t>
    </dgm:pt>
    <dgm:pt modelId="{B7391864-3106-E043-8EDB-EB0179CFE17A}">
      <dgm:prSet phldrT="[Text]" custT="1"/>
      <dgm:spPr/>
      <dgm:t>
        <a:bodyPr/>
        <a:lstStyle/>
        <a:p>
          <a:r>
            <a:rPr lang="en-US" sz="1100" b="1" dirty="0"/>
            <a:t>Linear decrease</a:t>
          </a:r>
        </a:p>
      </dgm:t>
    </dgm:pt>
    <dgm:pt modelId="{AED3E511-36D7-5A4A-850E-BC06064ED15B}" type="parTrans" cxnId="{3A45FAC0-F87E-554E-9F3A-3E3E52B755DD}">
      <dgm:prSet custT="1"/>
      <dgm:spPr/>
      <dgm:t>
        <a:bodyPr/>
        <a:lstStyle/>
        <a:p>
          <a:endParaRPr lang="en-US" sz="1100" b="1"/>
        </a:p>
      </dgm:t>
    </dgm:pt>
    <dgm:pt modelId="{1999DF3B-0407-4B42-9F4C-B5D1BC8F46E2}" type="sibTrans" cxnId="{3A45FAC0-F87E-554E-9F3A-3E3E52B755DD}">
      <dgm:prSet/>
      <dgm:spPr/>
      <dgm:t>
        <a:bodyPr/>
        <a:lstStyle/>
        <a:p>
          <a:endParaRPr lang="en-US" sz="1100" b="1"/>
        </a:p>
      </dgm:t>
    </dgm:pt>
    <dgm:pt modelId="{ECB96D58-02D3-294D-B488-8A7A07FA58E7}">
      <dgm:prSet phldrT="[Text]" custT="1"/>
      <dgm:spPr/>
      <dgm:t>
        <a:bodyPr/>
        <a:lstStyle/>
        <a:p>
          <a:r>
            <a:rPr lang="en-US" sz="1100" b="1" dirty="0"/>
            <a:t>Recoverable</a:t>
          </a:r>
        </a:p>
      </dgm:t>
    </dgm:pt>
    <dgm:pt modelId="{FFAFD3A9-AE06-024D-A127-CC8A33121B69}" type="parTrans" cxnId="{BAB6D071-256A-814E-A0AF-104F2B008CB8}">
      <dgm:prSet custT="1"/>
      <dgm:spPr/>
      <dgm:t>
        <a:bodyPr/>
        <a:lstStyle/>
        <a:p>
          <a:endParaRPr lang="en-US" sz="1100" b="1"/>
        </a:p>
      </dgm:t>
    </dgm:pt>
    <dgm:pt modelId="{74A2F7B5-D560-3B42-A11B-598D1D04944B}" type="sibTrans" cxnId="{BAB6D071-256A-814E-A0AF-104F2B008CB8}">
      <dgm:prSet/>
      <dgm:spPr/>
      <dgm:t>
        <a:bodyPr/>
        <a:lstStyle/>
        <a:p>
          <a:endParaRPr lang="en-US" sz="1100" b="1"/>
        </a:p>
      </dgm:t>
    </dgm:pt>
    <dgm:pt modelId="{3E130208-2E85-674B-BF53-1836CC559421}">
      <dgm:prSet phldrT="[Text]" custT="1"/>
      <dgm:spPr/>
      <dgm:t>
        <a:bodyPr/>
        <a:lstStyle/>
        <a:p>
          <a:r>
            <a:rPr lang="en-US" sz="1100" b="1" dirty="0"/>
            <a:t>Non-Recoverable</a:t>
          </a:r>
        </a:p>
      </dgm:t>
    </dgm:pt>
    <dgm:pt modelId="{DE33C69D-8B15-E248-A4B8-99CD23E809BA}" type="parTrans" cxnId="{4E389C92-B27A-F847-AD01-B55F53CD2FB2}">
      <dgm:prSet custT="1"/>
      <dgm:spPr/>
      <dgm:t>
        <a:bodyPr/>
        <a:lstStyle/>
        <a:p>
          <a:endParaRPr lang="en-US" sz="1100" b="1"/>
        </a:p>
      </dgm:t>
    </dgm:pt>
    <dgm:pt modelId="{AEB72973-6B86-444A-B858-A65774283019}" type="sibTrans" cxnId="{4E389C92-B27A-F847-AD01-B55F53CD2FB2}">
      <dgm:prSet/>
      <dgm:spPr/>
      <dgm:t>
        <a:bodyPr/>
        <a:lstStyle/>
        <a:p>
          <a:endParaRPr lang="en-US" sz="1100" b="1"/>
        </a:p>
      </dgm:t>
    </dgm:pt>
    <dgm:pt modelId="{344D0C35-8465-7144-B468-C0B34A732FFE}">
      <dgm:prSet phldrT="[Text]" custT="1"/>
      <dgm:spPr/>
      <dgm:t>
        <a:bodyPr/>
        <a:lstStyle/>
        <a:p>
          <a:r>
            <a:rPr lang="en-US" sz="1100" b="1" dirty="0"/>
            <a:t>Sudden drop</a:t>
          </a:r>
        </a:p>
      </dgm:t>
    </dgm:pt>
    <dgm:pt modelId="{9FF7FEC4-2AA6-3140-B7DC-FE141D381E5B}" type="parTrans" cxnId="{EC64CF25-45D1-A149-8F99-6FC08D0B32E9}">
      <dgm:prSet custT="1"/>
      <dgm:spPr/>
      <dgm:t>
        <a:bodyPr/>
        <a:lstStyle/>
        <a:p>
          <a:endParaRPr lang="en-US" sz="1100" b="1"/>
        </a:p>
      </dgm:t>
    </dgm:pt>
    <dgm:pt modelId="{88D53DD4-2027-2F42-8588-1481BB3605AE}" type="sibTrans" cxnId="{EC64CF25-45D1-A149-8F99-6FC08D0B32E9}">
      <dgm:prSet/>
      <dgm:spPr/>
      <dgm:t>
        <a:bodyPr/>
        <a:lstStyle/>
        <a:p>
          <a:endParaRPr lang="en-US" sz="1100" b="1"/>
        </a:p>
      </dgm:t>
    </dgm:pt>
    <dgm:pt modelId="{12737ABF-08A5-D047-BBAD-EC8DBE62C675}">
      <dgm:prSet phldrT="[Text]" custT="1"/>
      <dgm:spPr>
        <a:solidFill>
          <a:srgbClr val="C00000"/>
        </a:solidFill>
      </dgm:spPr>
      <dgm:t>
        <a:bodyPr/>
        <a:lstStyle/>
        <a:p>
          <a:r>
            <a:rPr lang="en-US" sz="1100" b="1" dirty="0"/>
            <a:t>Non-Recoverable or non-Repairable</a:t>
          </a:r>
        </a:p>
      </dgm:t>
    </dgm:pt>
    <dgm:pt modelId="{4C26BBE7-7556-404A-8F4F-B07AF378701F}" type="parTrans" cxnId="{FA5B3090-0F67-1643-ADCD-35E142BBD454}">
      <dgm:prSet custT="1"/>
      <dgm:spPr/>
      <dgm:t>
        <a:bodyPr/>
        <a:lstStyle/>
        <a:p>
          <a:endParaRPr lang="en-US" sz="1100" b="1"/>
        </a:p>
      </dgm:t>
    </dgm:pt>
    <dgm:pt modelId="{FBD0CB43-89B5-844B-9774-E46C4054D5F8}" type="sibTrans" cxnId="{FA5B3090-0F67-1643-ADCD-35E142BBD454}">
      <dgm:prSet/>
      <dgm:spPr/>
      <dgm:t>
        <a:bodyPr/>
        <a:lstStyle/>
        <a:p>
          <a:endParaRPr lang="en-US" sz="1100" b="1"/>
        </a:p>
      </dgm:t>
    </dgm:pt>
    <dgm:pt modelId="{3B7926F3-5D4F-9D4D-981E-CC16E6B39FBC}">
      <dgm:prSet custT="1"/>
      <dgm:spPr>
        <a:solidFill>
          <a:srgbClr val="C00000"/>
        </a:solidFill>
      </dgm:spPr>
      <dgm:t>
        <a:bodyPr/>
        <a:lstStyle/>
        <a:p>
          <a:r>
            <a:rPr lang="en-US" sz="1100" b="1" dirty="0"/>
            <a:t>“Natural Catastrophe”</a:t>
          </a:r>
        </a:p>
      </dgm:t>
    </dgm:pt>
    <dgm:pt modelId="{1622CD58-0A66-9941-96A2-9D0CFA3A0409}" type="parTrans" cxnId="{6B5CF02B-9C3C-D244-961D-8F45DA62685A}">
      <dgm:prSet custT="1"/>
      <dgm:spPr/>
      <dgm:t>
        <a:bodyPr/>
        <a:lstStyle/>
        <a:p>
          <a:endParaRPr lang="en-US" sz="1100" b="1"/>
        </a:p>
      </dgm:t>
    </dgm:pt>
    <dgm:pt modelId="{45849C3B-2D1C-C84F-8CAE-47952F158C68}" type="sibTrans" cxnId="{6B5CF02B-9C3C-D244-961D-8F45DA62685A}">
      <dgm:prSet/>
      <dgm:spPr/>
      <dgm:t>
        <a:bodyPr/>
        <a:lstStyle/>
        <a:p>
          <a:endParaRPr lang="en-US" sz="1100" b="1"/>
        </a:p>
      </dgm:t>
    </dgm:pt>
    <dgm:pt modelId="{1AF93CA6-FB7A-DB49-A30C-1C8EBD6DC2DE}">
      <dgm:prSet custT="1"/>
      <dgm:spPr/>
      <dgm:t>
        <a:bodyPr/>
        <a:lstStyle/>
        <a:p>
          <a:r>
            <a:rPr lang="en-US" sz="1100" b="1" dirty="0"/>
            <a:t>Recoverable Equipment or DAQ malfunction</a:t>
          </a:r>
        </a:p>
      </dgm:t>
    </dgm:pt>
    <dgm:pt modelId="{E7A0B7A6-1AAD-3B44-BCF9-321BEE70DFF9}" type="parTrans" cxnId="{5AB81BE2-834C-B449-8185-D2D744E01A9E}">
      <dgm:prSet custT="1"/>
      <dgm:spPr/>
      <dgm:t>
        <a:bodyPr/>
        <a:lstStyle/>
        <a:p>
          <a:endParaRPr lang="en-US" sz="1100" b="1"/>
        </a:p>
      </dgm:t>
    </dgm:pt>
    <dgm:pt modelId="{068DC2D6-7E34-B94E-8263-C8860F927D40}" type="sibTrans" cxnId="{5AB81BE2-834C-B449-8185-D2D744E01A9E}">
      <dgm:prSet/>
      <dgm:spPr/>
      <dgm:t>
        <a:bodyPr/>
        <a:lstStyle/>
        <a:p>
          <a:endParaRPr lang="en-US" sz="1100" b="1"/>
        </a:p>
      </dgm:t>
    </dgm:pt>
    <dgm:pt modelId="{1FF7B831-D7B6-2A43-A7A1-D75BA379B17B}">
      <dgm:prSet custT="1"/>
      <dgm:spPr/>
      <dgm:t>
        <a:bodyPr/>
        <a:lstStyle/>
        <a:p>
          <a:r>
            <a:rPr lang="en-US" sz="1100" b="1" dirty="0"/>
            <a:t>Predictable?</a:t>
          </a:r>
        </a:p>
      </dgm:t>
    </dgm:pt>
    <dgm:pt modelId="{B551F70F-BA5C-F74C-A4E2-17AE274FD90D}" type="parTrans" cxnId="{4F73F588-C212-ED4A-8945-B549C04E5776}">
      <dgm:prSet custT="1"/>
      <dgm:spPr/>
      <dgm:t>
        <a:bodyPr/>
        <a:lstStyle/>
        <a:p>
          <a:endParaRPr lang="en-US" sz="1100" b="1"/>
        </a:p>
      </dgm:t>
    </dgm:pt>
    <dgm:pt modelId="{5B443F4E-07B3-C740-90FF-F136CEE38DC5}" type="sibTrans" cxnId="{4F73F588-C212-ED4A-8945-B549C04E5776}">
      <dgm:prSet/>
      <dgm:spPr/>
      <dgm:t>
        <a:bodyPr/>
        <a:lstStyle/>
        <a:p>
          <a:endParaRPr lang="en-US" sz="1100" b="1"/>
        </a:p>
      </dgm:t>
    </dgm:pt>
    <dgm:pt modelId="{87E6389C-2B8E-564F-A8EC-C11DF8935BFE}">
      <dgm:prSet custT="1"/>
      <dgm:spPr>
        <a:solidFill>
          <a:srgbClr val="C00000"/>
        </a:solidFill>
      </dgm:spPr>
      <dgm:t>
        <a:bodyPr/>
        <a:lstStyle/>
        <a:p>
          <a:r>
            <a:rPr lang="en-US" sz="1100" b="1" dirty="0"/>
            <a:t>New failure mode</a:t>
          </a:r>
        </a:p>
      </dgm:t>
    </dgm:pt>
    <dgm:pt modelId="{21081A77-3667-9B4F-9825-873CC6F05E96}" type="parTrans" cxnId="{1906F6E9-5D72-3E49-83D1-3FBF7DD79C17}">
      <dgm:prSet custT="1"/>
      <dgm:spPr/>
      <dgm:t>
        <a:bodyPr/>
        <a:lstStyle/>
        <a:p>
          <a:endParaRPr lang="en-US" sz="1100" b="1"/>
        </a:p>
      </dgm:t>
    </dgm:pt>
    <dgm:pt modelId="{19C49DD0-CF9F-D949-AFF0-B70612039908}" type="sibTrans" cxnId="{1906F6E9-5D72-3E49-83D1-3FBF7DD79C17}">
      <dgm:prSet/>
      <dgm:spPr/>
      <dgm:t>
        <a:bodyPr/>
        <a:lstStyle/>
        <a:p>
          <a:endParaRPr lang="en-US" sz="1100" b="1"/>
        </a:p>
      </dgm:t>
    </dgm:pt>
    <dgm:pt modelId="{BF2AEB32-557C-AA40-A24A-8D5E3004EC96}">
      <dgm:prSet custT="1"/>
      <dgm:spPr/>
      <dgm:t>
        <a:bodyPr/>
        <a:lstStyle/>
        <a:p>
          <a:r>
            <a:rPr lang="en-US" sz="1100" b="1" dirty="0"/>
            <a:t>Resilient design?</a:t>
          </a:r>
        </a:p>
      </dgm:t>
    </dgm:pt>
    <dgm:pt modelId="{29FE1D1C-22A4-F849-BBF7-B7FE10FC5057}" type="parTrans" cxnId="{F7097DD1-C242-2A4F-9D04-CDF9A46E0049}">
      <dgm:prSet custT="1"/>
      <dgm:spPr/>
      <dgm:t>
        <a:bodyPr/>
        <a:lstStyle/>
        <a:p>
          <a:endParaRPr lang="en-US" sz="1100" b="1"/>
        </a:p>
      </dgm:t>
    </dgm:pt>
    <dgm:pt modelId="{981BF443-5F58-634F-92EB-B4A6EB6C2DB0}" type="sibTrans" cxnId="{F7097DD1-C242-2A4F-9D04-CDF9A46E0049}">
      <dgm:prSet/>
      <dgm:spPr/>
      <dgm:t>
        <a:bodyPr/>
        <a:lstStyle/>
        <a:p>
          <a:endParaRPr lang="en-US" sz="1100" b="1"/>
        </a:p>
      </dgm:t>
    </dgm:pt>
    <dgm:pt modelId="{C7A29875-8692-8A46-A79D-0A3C5BF70E82}">
      <dgm:prSet custT="1"/>
      <dgm:spPr>
        <a:solidFill>
          <a:srgbClr val="C00000"/>
        </a:solidFill>
      </dgm:spPr>
      <dgm:t>
        <a:bodyPr/>
        <a:lstStyle/>
        <a:p>
          <a:r>
            <a:rPr lang="en-US" sz="1100" b="1" dirty="0"/>
            <a:t>Insurable loss</a:t>
          </a:r>
        </a:p>
      </dgm:t>
    </dgm:pt>
    <dgm:pt modelId="{7D0EE4E5-C5E8-C348-9D8D-43F7EBC27BF7}" type="parTrans" cxnId="{BBEA4F84-7E68-0042-9B24-DB58B54DD622}">
      <dgm:prSet custT="1"/>
      <dgm:spPr/>
      <dgm:t>
        <a:bodyPr/>
        <a:lstStyle/>
        <a:p>
          <a:endParaRPr lang="en-US" sz="1100" b="1"/>
        </a:p>
      </dgm:t>
    </dgm:pt>
    <dgm:pt modelId="{176D91B5-360A-DA48-8230-6373C8A917B9}" type="sibTrans" cxnId="{BBEA4F84-7E68-0042-9B24-DB58B54DD622}">
      <dgm:prSet/>
      <dgm:spPr/>
      <dgm:t>
        <a:bodyPr/>
        <a:lstStyle/>
        <a:p>
          <a:endParaRPr lang="en-US" sz="1100" b="1"/>
        </a:p>
      </dgm:t>
    </dgm:pt>
    <dgm:pt modelId="{929B9CF1-4233-9F49-9E87-4D243BDB150D}">
      <dgm:prSet custT="1"/>
      <dgm:spPr/>
      <dgm:t>
        <a:bodyPr/>
        <a:lstStyle/>
        <a:p>
          <a:r>
            <a:rPr lang="en-US" sz="1100" b="1" dirty="0"/>
            <a:t>Soiling</a:t>
          </a:r>
        </a:p>
      </dgm:t>
    </dgm:pt>
    <dgm:pt modelId="{02D84DA9-69D4-324A-B706-A97DD90B5E2B}" type="parTrans" cxnId="{E64747E8-C11F-6B44-86D6-BF646316894F}">
      <dgm:prSet custT="1"/>
      <dgm:spPr/>
      <dgm:t>
        <a:bodyPr/>
        <a:lstStyle/>
        <a:p>
          <a:endParaRPr lang="en-US" sz="1100" b="1"/>
        </a:p>
      </dgm:t>
    </dgm:pt>
    <dgm:pt modelId="{69B153BE-E51F-614C-AE64-01DAB12478FA}" type="sibTrans" cxnId="{E64747E8-C11F-6B44-86D6-BF646316894F}">
      <dgm:prSet/>
      <dgm:spPr/>
      <dgm:t>
        <a:bodyPr/>
        <a:lstStyle/>
        <a:p>
          <a:endParaRPr lang="en-US" sz="1100" b="1"/>
        </a:p>
      </dgm:t>
    </dgm:pt>
    <dgm:pt modelId="{18DEBDE4-AD3D-594E-A01D-13F7CE50CA8F}">
      <dgm:prSet custT="1"/>
      <dgm:spPr/>
      <dgm:t>
        <a:bodyPr/>
        <a:lstStyle/>
        <a:p>
          <a:r>
            <a:rPr lang="en-US" sz="1100" b="1" dirty="0"/>
            <a:t>Reversible degradation</a:t>
          </a:r>
        </a:p>
      </dgm:t>
    </dgm:pt>
    <dgm:pt modelId="{D35AE554-C24F-3149-A37D-EC8379B74C6A}" type="parTrans" cxnId="{29C79AE1-4C99-7348-8BC3-B466A854F329}">
      <dgm:prSet custT="1"/>
      <dgm:spPr/>
      <dgm:t>
        <a:bodyPr/>
        <a:lstStyle/>
        <a:p>
          <a:endParaRPr lang="en-US" sz="1100" b="1"/>
        </a:p>
      </dgm:t>
    </dgm:pt>
    <dgm:pt modelId="{8147629D-EEC0-0949-B525-0F149A0FDF76}" type="sibTrans" cxnId="{29C79AE1-4C99-7348-8BC3-B466A854F329}">
      <dgm:prSet/>
      <dgm:spPr/>
      <dgm:t>
        <a:bodyPr/>
        <a:lstStyle/>
        <a:p>
          <a:endParaRPr lang="en-US" sz="1100" b="1"/>
        </a:p>
      </dgm:t>
    </dgm:pt>
    <dgm:pt modelId="{DF06C108-F815-754E-9C62-4C7E66884F67}">
      <dgm:prSet custT="1"/>
      <dgm:spPr/>
      <dgm:t>
        <a:bodyPr/>
        <a:lstStyle/>
        <a:p>
          <a:r>
            <a:rPr lang="en-US" sz="1100" b="1" dirty="0"/>
            <a:t>Irreversible degradation</a:t>
          </a:r>
        </a:p>
      </dgm:t>
    </dgm:pt>
    <dgm:pt modelId="{16B1410A-2356-4742-B5CC-98E754D9E9D3}" type="parTrans" cxnId="{11C7E35C-BE64-A84C-BCAB-BE3BABED7D4F}">
      <dgm:prSet custT="1"/>
      <dgm:spPr/>
      <dgm:t>
        <a:bodyPr/>
        <a:lstStyle/>
        <a:p>
          <a:endParaRPr lang="en-US" sz="1100" b="1"/>
        </a:p>
      </dgm:t>
    </dgm:pt>
    <dgm:pt modelId="{1FEF0CB3-0F90-4F45-942D-9C4E3AEEA7A9}" type="sibTrans" cxnId="{11C7E35C-BE64-A84C-BCAB-BE3BABED7D4F}">
      <dgm:prSet/>
      <dgm:spPr/>
      <dgm:t>
        <a:bodyPr/>
        <a:lstStyle/>
        <a:p>
          <a:endParaRPr lang="en-US" sz="1100" b="1"/>
        </a:p>
      </dgm:t>
    </dgm:pt>
    <dgm:pt modelId="{C1733749-47FF-B94A-BE21-7D08B6E5FA86}">
      <dgm:prSet custT="1"/>
      <dgm:spPr/>
      <dgm:t>
        <a:bodyPr/>
        <a:lstStyle/>
        <a:p>
          <a:r>
            <a:rPr lang="en-US" sz="1100" b="1" dirty="0"/>
            <a:t>Within expectations?</a:t>
          </a:r>
        </a:p>
      </dgm:t>
    </dgm:pt>
    <dgm:pt modelId="{49A2B013-C8CA-9A4E-8166-11C9FADDEAEC}" type="parTrans" cxnId="{FA1A7CC8-9C1E-8442-A1D2-98285B6E2183}">
      <dgm:prSet custT="1"/>
      <dgm:spPr/>
      <dgm:t>
        <a:bodyPr/>
        <a:lstStyle/>
        <a:p>
          <a:endParaRPr lang="en-US" sz="1100" b="1"/>
        </a:p>
      </dgm:t>
    </dgm:pt>
    <dgm:pt modelId="{0DEDAC79-4E24-2E42-A4B8-555D23537450}" type="sibTrans" cxnId="{FA1A7CC8-9C1E-8442-A1D2-98285B6E2183}">
      <dgm:prSet/>
      <dgm:spPr/>
      <dgm:t>
        <a:bodyPr/>
        <a:lstStyle/>
        <a:p>
          <a:endParaRPr lang="en-US" sz="1100" b="1"/>
        </a:p>
      </dgm:t>
    </dgm:pt>
    <dgm:pt modelId="{18F644B2-6E90-4C4C-A27E-9BD9B64A315A}">
      <dgm:prSet custT="1"/>
      <dgm:spPr/>
      <dgm:t>
        <a:bodyPr/>
        <a:lstStyle/>
        <a:p>
          <a:r>
            <a:rPr lang="en-US" sz="1100" b="1" dirty="0"/>
            <a:t>Predictable?</a:t>
          </a:r>
        </a:p>
      </dgm:t>
    </dgm:pt>
    <dgm:pt modelId="{083DC150-F827-894B-863F-29CE60E3553E}" type="parTrans" cxnId="{455C9BC9-B55F-7D49-A9B6-9629E5F8E2BF}">
      <dgm:prSet custT="1"/>
      <dgm:spPr/>
      <dgm:t>
        <a:bodyPr/>
        <a:lstStyle/>
        <a:p>
          <a:endParaRPr lang="en-US" sz="1100" b="1"/>
        </a:p>
      </dgm:t>
    </dgm:pt>
    <dgm:pt modelId="{70FF2E7A-01CE-A449-8A20-8DD4E2F8E5EA}" type="sibTrans" cxnId="{455C9BC9-B55F-7D49-A9B6-9629E5F8E2BF}">
      <dgm:prSet/>
      <dgm:spPr/>
      <dgm:t>
        <a:bodyPr/>
        <a:lstStyle/>
        <a:p>
          <a:endParaRPr lang="en-US" sz="1100" b="1"/>
        </a:p>
      </dgm:t>
    </dgm:pt>
    <dgm:pt modelId="{01D9021F-023C-FF4E-8D1D-69EA94A10535}">
      <dgm:prSet custT="1"/>
      <dgm:spPr/>
      <dgm:t>
        <a:bodyPr/>
        <a:lstStyle/>
        <a:p>
          <a:r>
            <a:rPr lang="en-US" sz="1100" b="1" dirty="0"/>
            <a:t>Field Repairable?</a:t>
          </a:r>
        </a:p>
      </dgm:t>
    </dgm:pt>
    <dgm:pt modelId="{D41C76A4-0A6A-5341-B41F-1C514063F769}" type="parTrans" cxnId="{813223EE-389E-8D49-90CA-EDB4303808DB}">
      <dgm:prSet custT="1"/>
      <dgm:spPr/>
      <dgm:t>
        <a:bodyPr/>
        <a:lstStyle/>
        <a:p>
          <a:endParaRPr lang="en-US" sz="1100" b="1"/>
        </a:p>
      </dgm:t>
    </dgm:pt>
    <dgm:pt modelId="{FDCF1D12-4308-5F47-9654-4D19279BCB9C}" type="sibTrans" cxnId="{813223EE-389E-8D49-90CA-EDB4303808DB}">
      <dgm:prSet/>
      <dgm:spPr/>
      <dgm:t>
        <a:bodyPr/>
        <a:lstStyle/>
        <a:p>
          <a:endParaRPr lang="en-US" sz="1100" b="1"/>
        </a:p>
      </dgm:t>
    </dgm:pt>
    <dgm:pt modelId="{C3B3BED6-4B49-FB4A-A7E1-1E8522B822C3}">
      <dgm:prSet custT="1"/>
      <dgm:spPr>
        <a:solidFill>
          <a:schemeClr val="accent4"/>
        </a:solidFill>
      </dgm:spPr>
      <dgm:t>
        <a:bodyPr/>
        <a:lstStyle/>
        <a:p>
          <a:r>
            <a:rPr lang="en-US" sz="1100" b="1" dirty="0"/>
            <a:t>Within warranty?</a:t>
          </a:r>
        </a:p>
      </dgm:t>
    </dgm:pt>
    <dgm:pt modelId="{947C7CA2-F0A1-B94F-A081-75EEFB2E7DF3}" type="parTrans" cxnId="{7F71DCD3-27F6-2248-96F3-5B37D5D64B86}">
      <dgm:prSet custT="1"/>
      <dgm:spPr/>
      <dgm:t>
        <a:bodyPr/>
        <a:lstStyle/>
        <a:p>
          <a:endParaRPr lang="en-US" sz="1100" b="1"/>
        </a:p>
      </dgm:t>
    </dgm:pt>
    <dgm:pt modelId="{CE445456-08E7-1E45-88E5-A48648BF339F}" type="sibTrans" cxnId="{7F71DCD3-27F6-2248-96F3-5B37D5D64B86}">
      <dgm:prSet/>
      <dgm:spPr/>
      <dgm:t>
        <a:bodyPr/>
        <a:lstStyle/>
        <a:p>
          <a:endParaRPr lang="en-US" sz="1100" b="1"/>
        </a:p>
      </dgm:t>
    </dgm:pt>
    <dgm:pt modelId="{6F722563-D729-E541-9AD9-F64E7F2934AD}">
      <dgm:prSet custT="1"/>
      <dgm:spPr>
        <a:solidFill>
          <a:srgbClr val="C00000"/>
        </a:solidFill>
      </dgm:spPr>
      <dgm:t>
        <a:bodyPr/>
        <a:lstStyle/>
        <a:p>
          <a:r>
            <a:rPr lang="en-US" sz="1100" b="1" dirty="0"/>
            <a:t>unpredicted</a:t>
          </a:r>
        </a:p>
      </dgm:t>
    </dgm:pt>
    <dgm:pt modelId="{C16B21DA-7A4F-0F42-8ACC-F050C72C1093}" type="parTrans" cxnId="{1A9942D4-DE8F-3C41-A16A-A395DA0959DB}">
      <dgm:prSet custT="1"/>
      <dgm:spPr/>
      <dgm:t>
        <a:bodyPr/>
        <a:lstStyle/>
        <a:p>
          <a:endParaRPr lang="en-US" sz="1100" b="1"/>
        </a:p>
      </dgm:t>
    </dgm:pt>
    <dgm:pt modelId="{9956C764-F297-674A-9121-62D0A0BDDC33}" type="sibTrans" cxnId="{1A9942D4-DE8F-3C41-A16A-A395DA0959DB}">
      <dgm:prSet/>
      <dgm:spPr/>
      <dgm:t>
        <a:bodyPr/>
        <a:lstStyle/>
        <a:p>
          <a:endParaRPr lang="en-US" sz="1100" b="1"/>
        </a:p>
      </dgm:t>
    </dgm:pt>
    <dgm:pt modelId="{E3775E21-B1F5-B240-AE0F-8E6F984E27CA}">
      <dgm:prSet/>
      <dgm:spPr/>
      <dgm:t>
        <a:bodyPr/>
        <a:lstStyle/>
        <a:p>
          <a:r>
            <a:rPr lang="en-US" b="1" dirty="0"/>
            <a:t>Predictable?</a:t>
          </a:r>
        </a:p>
      </dgm:t>
    </dgm:pt>
    <dgm:pt modelId="{1C7C9320-0726-3B4C-BB75-A76E0078F090}" type="parTrans" cxnId="{5A36BEE1-7F46-6745-A583-511E1328F793}">
      <dgm:prSet/>
      <dgm:spPr/>
      <dgm:t>
        <a:bodyPr/>
        <a:lstStyle/>
        <a:p>
          <a:endParaRPr lang="en-US" b="1"/>
        </a:p>
      </dgm:t>
    </dgm:pt>
    <dgm:pt modelId="{912F1CCC-CADC-1443-926C-8BEFF49DD460}" type="sibTrans" cxnId="{5A36BEE1-7F46-6745-A583-511E1328F793}">
      <dgm:prSet/>
      <dgm:spPr/>
      <dgm:t>
        <a:bodyPr/>
        <a:lstStyle/>
        <a:p>
          <a:endParaRPr lang="en-US" b="1"/>
        </a:p>
      </dgm:t>
    </dgm:pt>
    <dgm:pt modelId="{E913B007-3C35-8B47-8A2F-8C7600F910D4}">
      <dgm:prSet/>
      <dgm:spPr>
        <a:solidFill>
          <a:srgbClr val="C00000"/>
        </a:solidFill>
      </dgm:spPr>
      <dgm:t>
        <a:bodyPr/>
        <a:lstStyle/>
        <a:p>
          <a:r>
            <a:rPr lang="en-US" dirty="0"/>
            <a:t>Waste</a:t>
          </a:r>
        </a:p>
      </dgm:t>
    </dgm:pt>
    <dgm:pt modelId="{257FC987-078B-2446-A530-8AD9576C5E42}" type="parTrans" cxnId="{AAF25364-E9C8-5A4B-8BC3-0CBAC658D415}">
      <dgm:prSet/>
      <dgm:spPr/>
      <dgm:t>
        <a:bodyPr/>
        <a:lstStyle/>
        <a:p>
          <a:endParaRPr lang="en-US"/>
        </a:p>
      </dgm:t>
    </dgm:pt>
    <dgm:pt modelId="{FC9103C4-4D36-0242-A19E-8970BE7DC5D5}" type="sibTrans" cxnId="{AAF25364-E9C8-5A4B-8BC3-0CBAC658D415}">
      <dgm:prSet/>
      <dgm:spPr/>
      <dgm:t>
        <a:bodyPr/>
        <a:lstStyle/>
        <a:p>
          <a:endParaRPr lang="en-US"/>
        </a:p>
      </dgm:t>
    </dgm:pt>
    <dgm:pt modelId="{0808389C-57EF-234B-92E7-7870D8C52731}" type="pres">
      <dgm:prSet presAssocID="{B6DDBAC9-B242-EC46-977B-E5C461AD3A4C}" presName="diagram" presStyleCnt="0">
        <dgm:presLayoutVars>
          <dgm:chPref val="1"/>
          <dgm:dir/>
          <dgm:animOne val="branch"/>
          <dgm:animLvl val="lvl"/>
          <dgm:resizeHandles val="exact"/>
        </dgm:presLayoutVars>
      </dgm:prSet>
      <dgm:spPr/>
    </dgm:pt>
    <dgm:pt modelId="{3EFA0923-798D-7B4F-A5C5-FFC578616775}" type="pres">
      <dgm:prSet presAssocID="{22202F28-205B-7A4F-A03F-52B181570149}" presName="root1" presStyleCnt="0"/>
      <dgm:spPr/>
    </dgm:pt>
    <dgm:pt modelId="{E2080D5D-D4D5-8D4E-B64D-35418B3E180D}" type="pres">
      <dgm:prSet presAssocID="{22202F28-205B-7A4F-A03F-52B181570149}" presName="LevelOneTextNode" presStyleLbl="node0" presStyleIdx="0" presStyleCnt="1" custScaleX="294147" custScaleY="294146">
        <dgm:presLayoutVars>
          <dgm:chPref val="3"/>
        </dgm:presLayoutVars>
      </dgm:prSet>
      <dgm:spPr/>
    </dgm:pt>
    <dgm:pt modelId="{6435D1C1-E9E6-4041-8A37-5B17C19ABE88}" type="pres">
      <dgm:prSet presAssocID="{22202F28-205B-7A4F-A03F-52B181570149}" presName="level2hierChild" presStyleCnt="0"/>
      <dgm:spPr/>
    </dgm:pt>
    <dgm:pt modelId="{E041C508-52A7-AD48-8CE0-074222627BB0}" type="pres">
      <dgm:prSet presAssocID="{AED3E511-36D7-5A4A-850E-BC06064ED15B}" presName="conn2-1" presStyleLbl="parChTrans1D2" presStyleIdx="0" presStyleCnt="2"/>
      <dgm:spPr/>
    </dgm:pt>
    <dgm:pt modelId="{69AF393B-A250-0340-8C89-034BF14122BC}" type="pres">
      <dgm:prSet presAssocID="{AED3E511-36D7-5A4A-850E-BC06064ED15B}" presName="connTx" presStyleLbl="parChTrans1D2" presStyleIdx="0" presStyleCnt="2"/>
      <dgm:spPr/>
    </dgm:pt>
    <dgm:pt modelId="{C6ED99ED-4B06-0D4A-B6FE-C92F76731D3F}" type="pres">
      <dgm:prSet presAssocID="{B7391864-3106-E043-8EDB-EB0179CFE17A}" presName="root2" presStyleCnt="0"/>
      <dgm:spPr/>
    </dgm:pt>
    <dgm:pt modelId="{07B72209-74D2-1E47-8669-51412C4F61F2}" type="pres">
      <dgm:prSet presAssocID="{B7391864-3106-E043-8EDB-EB0179CFE17A}" presName="LevelTwoTextNode" presStyleLbl="node2" presStyleIdx="0" presStyleCnt="2" custScaleX="170550" custScaleY="170550">
        <dgm:presLayoutVars>
          <dgm:chPref val="3"/>
        </dgm:presLayoutVars>
      </dgm:prSet>
      <dgm:spPr/>
    </dgm:pt>
    <dgm:pt modelId="{7175E978-80A7-EE43-A1F7-1461363E7C00}" type="pres">
      <dgm:prSet presAssocID="{B7391864-3106-E043-8EDB-EB0179CFE17A}" presName="level3hierChild" presStyleCnt="0"/>
      <dgm:spPr/>
    </dgm:pt>
    <dgm:pt modelId="{47F8AABD-5F12-5E4A-BC1C-3F647230AEC3}" type="pres">
      <dgm:prSet presAssocID="{FFAFD3A9-AE06-024D-A127-CC8A33121B69}" presName="conn2-1" presStyleLbl="parChTrans1D3" presStyleIdx="0" presStyleCnt="5"/>
      <dgm:spPr/>
    </dgm:pt>
    <dgm:pt modelId="{CE814F58-5CC1-B34F-9A1D-04A6B02809F1}" type="pres">
      <dgm:prSet presAssocID="{FFAFD3A9-AE06-024D-A127-CC8A33121B69}" presName="connTx" presStyleLbl="parChTrans1D3" presStyleIdx="0" presStyleCnt="5"/>
      <dgm:spPr/>
    </dgm:pt>
    <dgm:pt modelId="{C09DFC51-082C-8B46-A7E8-92CB82D74F12}" type="pres">
      <dgm:prSet presAssocID="{ECB96D58-02D3-294D-B488-8A7A07FA58E7}" presName="root2" presStyleCnt="0"/>
      <dgm:spPr/>
    </dgm:pt>
    <dgm:pt modelId="{89E90A14-2BF3-214B-B5C3-50C54E0B8282}" type="pres">
      <dgm:prSet presAssocID="{ECB96D58-02D3-294D-B488-8A7A07FA58E7}" presName="LevelTwoTextNode" presStyleLbl="node3" presStyleIdx="0" presStyleCnt="5" custScaleX="152838" custScaleY="152838">
        <dgm:presLayoutVars>
          <dgm:chPref val="3"/>
        </dgm:presLayoutVars>
      </dgm:prSet>
      <dgm:spPr/>
    </dgm:pt>
    <dgm:pt modelId="{48D8697D-9445-7040-AEDC-28D6C585E219}" type="pres">
      <dgm:prSet presAssocID="{ECB96D58-02D3-294D-B488-8A7A07FA58E7}" presName="level3hierChild" presStyleCnt="0"/>
      <dgm:spPr/>
    </dgm:pt>
    <dgm:pt modelId="{42624002-2D8A-4F42-BA08-05E0C26E6B79}" type="pres">
      <dgm:prSet presAssocID="{02D84DA9-69D4-324A-B706-A97DD90B5E2B}" presName="conn2-1" presStyleLbl="parChTrans1D4" presStyleIdx="0" presStyleCnt="14"/>
      <dgm:spPr/>
    </dgm:pt>
    <dgm:pt modelId="{9A4A14EE-0872-F745-92A0-D8F20596D00D}" type="pres">
      <dgm:prSet presAssocID="{02D84DA9-69D4-324A-B706-A97DD90B5E2B}" presName="connTx" presStyleLbl="parChTrans1D4" presStyleIdx="0" presStyleCnt="14"/>
      <dgm:spPr/>
    </dgm:pt>
    <dgm:pt modelId="{9CB240EC-3D0B-6B49-A89A-A62B82100EF7}" type="pres">
      <dgm:prSet presAssocID="{929B9CF1-4233-9F49-9E87-4D243BDB150D}" presName="root2" presStyleCnt="0"/>
      <dgm:spPr/>
    </dgm:pt>
    <dgm:pt modelId="{AB45879E-2600-1D43-A272-AC1AB9E893F5}" type="pres">
      <dgm:prSet presAssocID="{929B9CF1-4233-9F49-9E87-4D243BDB150D}" presName="LevelTwoTextNode" presStyleLbl="node4" presStyleIdx="0" presStyleCnt="14">
        <dgm:presLayoutVars>
          <dgm:chPref val="3"/>
        </dgm:presLayoutVars>
      </dgm:prSet>
      <dgm:spPr/>
    </dgm:pt>
    <dgm:pt modelId="{05277B86-3DF3-B844-A833-37111D2829B3}" type="pres">
      <dgm:prSet presAssocID="{929B9CF1-4233-9F49-9E87-4D243BDB150D}" presName="level3hierChild" presStyleCnt="0"/>
      <dgm:spPr/>
    </dgm:pt>
    <dgm:pt modelId="{4DF19C0B-895E-9B43-8A7D-17D3ED5BFF21}" type="pres">
      <dgm:prSet presAssocID="{D35AE554-C24F-3149-A37D-EC8379B74C6A}" presName="conn2-1" presStyleLbl="parChTrans1D4" presStyleIdx="1" presStyleCnt="14"/>
      <dgm:spPr/>
    </dgm:pt>
    <dgm:pt modelId="{6388E643-443A-9E49-9040-96167F4B6991}" type="pres">
      <dgm:prSet presAssocID="{D35AE554-C24F-3149-A37D-EC8379B74C6A}" presName="connTx" presStyleLbl="parChTrans1D4" presStyleIdx="1" presStyleCnt="14"/>
      <dgm:spPr/>
    </dgm:pt>
    <dgm:pt modelId="{11ACA25C-E97C-954E-BF13-019B93170577}" type="pres">
      <dgm:prSet presAssocID="{18DEBDE4-AD3D-594E-A01D-13F7CE50CA8F}" presName="root2" presStyleCnt="0"/>
      <dgm:spPr/>
    </dgm:pt>
    <dgm:pt modelId="{DD1AD1C5-75DB-9D4E-8B7F-1B07BF833B95}" type="pres">
      <dgm:prSet presAssocID="{18DEBDE4-AD3D-594E-A01D-13F7CE50CA8F}" presName="LevelTwoTextNode" presStyleLbl="node4" presStyleIdx="1" presStyleCnt="14" custScaleX="124420" custScaleY="124421">
        <dgm:presLayoutVars>
          <dgm:chPref val="3"/>
        </dgm:presLayoutVars>
      </dgm:prSet>
      <dgm:spPr/>
    </dgm:pt>
    <dgm:pt modelId="{B1382B7B-345A-1F45-B046-8DDAAFD3443F}" type="pres">
      <dgm:prSet presAssocID="{18DEBDE4-AD3D-594E-A01D-13F7CE50CA8F}" presName="level3hierChild" presStyleCnt="0"/>
      <dgm:spPr/>
    </dgm:pt>
    <dgm:pt modelId="{47B23043-8266-CA41-8BB4-05B55AA3E450}" type="pres">
      <dgm:prSet presAssocID="{49A2B013-C8CA-9A4E-8166-11C9FADDEAEC}" presName="conn2-1" presStyleLbl="parChTrans1D4" presStyleIdx="2" presStyleCnt="14"/>
      <dgm:spPr/>
    </dgm:pt>
    <dgm:pt modelId="{1F5AD30F-8F49-4944-829D-56EDC501FFF5}" type="pres">
      <dgm:prSet presAssocID="{49A2B013-C8CA-9A4E-8166-11C9FADDEAEC}" presName="connTx" presStyleLbl="parChTrans1D4" presStyleIdx="2" presStyleCnt="14"/>
      <dgm:spPr/>
    </dgm:pt>
    <dgm:pt modelId="{B62941D1-CC4B-1046-AABF-0B4D8BD12C8A}" type="pres">
      <dgm:prSet presAssocID="{C1733749-47FF-B94A-BE21-7D08B6E5FA86}" presName="root2" presStyleCnt="0"/>
      <dgm:spPr/>
    </dgm:pt>
    <dgm:pt modelId="{DFC57F9C-7CC4-3D4E-BF46-97CDB7E85171}" type="pres">
      <dgm:prSet presAssocID="{C1733749-47FF-B94A-BE21-7D08B6E5FA86}" presName="LevelTwoTextNode" presStyleLbl="node4" presStyleIdx="2" presStyleCnt="14" custScaleX="228040" custScaleY="122837">
        <dgm:presLayoutVars>
          <dgm:chPref val="3"/>
        </dgm:presLayoutVars>
      </dgm:prSet>
      <dgm:spPr/>
    </dgm:pt>
    <dgm:pt modelId="{0AEC2761-2ECE-6B43-998F-27550ECD7EBF}" type="pres">
      <dgm:prSet presAssocID="{C1733749-47FF-B94A-BE21-7D08B6E5FA86}" presName="level3hierChild" presStyleCnt="0"/>
      <dgm:spPr/>
    </dgm:pt>
    <dgm:pt modelId="{AFFA34D1-5720-684B-9D0E-56E0E2860899}" type="pres">
      <dgm:prSet presAssocID="{083DC150-F827-894B-863F-29CE60E3553E}" presName="conn2-1" presStyleLbl="parChTrans1D4" presStyleIdx="3" presStyleCnt="14"/>
      <dgm:spPr/>
    </dgm:pt>
    <dgm:pt modelId="{CCDD4376-C930-7944-B037-38B34E0C11D6}" type="pres">
      <dgm:prSet presAssocID="{083DC150-F827-894B-863F-29CE60E3553E}" presName="connTx" presStyleLbl="parChTrans1D4" presStyleIdx="3" presStyleCnt="14"/>
      <dgm:spPr/>
    </dgm:pt>
    <dgm:pt modelId="{B7BE2A4F-D54E-9040-84F2-60FFDAA200EE}" type="pres">
      <dgm:prSet presAssocID="{18F644B2-6E90-4C4C-A27E-9BD9B64A315A}" presName="root2" presStyleCnt="0"/>
      <dgm:spPr/>
    </dgm:pt>
    <dgm:pt modelId="{1C000EFB-BF36-4644-8723-3968FF921D12}" type="pres">
      <dgm:prSet presAssocID="{18F644B2-6E90-4C4C-A27E-9BD9B64A315A}" presName="LevelTwoTextNode" presStyleLbl="node4" presStyleIdx="3" presStyleCnt="14" custScaleX="222185">
        <dgm:presLayoutVars>
          <dgm:chPref val="3"/>
        </dgm:presLayoutVars>
      </dgm:prSet>
      <dgm:spPr/>
    </dgm:pt>
    <dgm:pt modelId="{C562E48B-1DC2-B242-9D52-E1909FB57CB8}" type="pres">
      <dgm:prSet presAssocID="{18F644B2-6E90-4C4C-A27E-9BD9B64A315A}" presName="level3hierChild" presStyleCnt="0"/>
      <dgm:spPr/>
    </dgm:pt>
    <dgm:pt modelId="{72CAF699-B854-8A42-9FF8-5C523911729A}" type="pres">
      <dgm:prSet presAssocID="{DE33C69D-8B15-E248-A4B8-99CD23E809BA}" presName="conn2-1" presStyleLbl="parChTrans1D3" presStyleIdx="1" presStyleCnt="5"/>
      <dgm:spPr/>
    </dgm:pt>
    <dgm:pt modelId="{8F1C4B42-1F46-AB44-8622-F677F27BB8C8}" type="pres">
      <dgm:prSet presAssocID="{DE33C69D-8B15-E248-A4B8-99CD23E809BA}" presName="connTx" presStyleLbl="parChTrans1D3" presStyleIdx="1" presStyleCnt="5"/>
      <dgm:spPr/>
    </dgm:pt>
    <dgm:pt modelId="{B8C2C53A-8B1B-B042-A7EF-BC5417D268D2}" type="pres">
      <dgm:prSet presAssocID="{3E130208-2E85-674B-BF53-1836CC559421}" presName="root2" presStyleCnt="0"/>
      <dgm:spPr/>
    </dgm:pt>
    <dgm:pt modelId="{9CF67940-387B-9041-8CED-584CC6DC0FD9}" type="pres">
      <dgm:prSet presAssocID="{3E130208-2E85-674B-BF53-1836CC559421}" presName="LevelTwoTextNode" presStyleLbl="node3" presStyleIdx="1" presStyleCnt="5" custScaleX="143553" custScaleY="143553">
        <dgm:presLayoutVars>
          <dgm:chPref val="3"/>
        </dgm:presLayoutVars>
      </dgm:prSet>
      <dgm:spPr/>
    </dgm:pt>
    <dgm:pt modelId="{A405B415-1CEE-3944-8AC2-FF9C66D336C7}" type="pres">
      <dgm:prSet presAssocID="{3E130208-2E85-674B-BF53-1836CC559421}" presName="level3hierChild" presStyleCnt="0"/>
      <dgm:spPr/>
    </dgm:pt>
    <dgm:pt modelId="{53AF24F9-43BB-A745-BE8F-76EA506E3DD1}" type="pres">
      <dgm:prSet presAssocID="{16B1410A-2356-4742-B5CC-98E754D9E9D3}" presName="conn2-1" presStyleLbl="parChTrans1D4" presStyleIdx="4" presStyleCnt="14"/>
      <dgm:spPr/>
    </dgm:pt>
    <dgm:pt modelId="{528625BF-0613-5448-9433-540E6893037F}" type="pres">
      <dgm:prSet presAssocID="{16B1410A-2356-4742-B5CC-98E754D9E9D3}" presName="connTx" presStyleLbl="parChTrans1D4" presStyleIdx="4" presStyleCnt="14"/>
      <dgm:spPr/>
    </dgm:pt>
    <dgm:pt modelId="{4FA06589-B517-7D48-BDA1-1BD994D46702}" type="pres">
      <dgm:prSet presAssocID="{DF06C108-F815-754E-9C62-4C7E66884F67}" presName="root2" presStyleCnt="0"/>
      <dgm:spPr/>
    </dgm:pt>
    <dgm:pt modelId="{02423DFD-6BB4-CE4A-909B-5213B247751A}" type="pres">
      <dgm:prSet presAssocID="{DF06C108-F815-754E-9C62-4C7E66884F67}" presName="LevelTwoTextNode" presStyleLbl="node4" presStyleIdx="4" presStyleCnt="14" custScaleX="133899" custScaleY="133899">
        <dgm:presLayoutVars>
          <dgm:chPref val="3"/>
        </dgm:presLayoutVars>
      </dgm:prSet>
      <dgm:spPr/>
    </dgm:pt>
    <dgm:pt modelId="{43213035-0CAB-FB47-9889-9812ED66A64A}" type="pres">
      <dgm:prSet presAssocID="{DF06C108-F815-754E-9C62-4C7E66884F67}" presName="level3hierChild" presStyleCnt="0"/>
      <dgm:spPr/>
    </dgm:pt>
    <dgm:pt modelId="{E1D2DC2E-EC76-BC4D-8C81-0EB3F8B19DD2}" type="pres">
      <dgm:prSet presAssocID="{947C7CA2-F0A1-B94F-A081-75EEFB2E7DF3}" presName="conn2-1" presStyleLbl="parChTrans1D4" presStyleIdx="5" presStyleCnt="14"/>
      <dgm:spPr/>
    </dgm:pt>
    <dgm:pt modelId="{61D46A52-6CC4-F447-802E-EF1F361EE131}" type="pres">
      <dgm:prSet presAssocID="{947C7CA2-F0A1-B94F-A081-75EEFB2E7DF3}" presName="connTx" presStyleLbl="parChTrans1D4" presStyleIdx="5" presStyleCnt="14"/>
      <dgm:spPr/>
    </dgm:pt>
    <dgm:pt modelId="{07EDC2A0-2286-9949-87C9-7DF4B8EEE861}" type="pres">
      <dgm:prSet presAssocID="{C3B3BED6-4B49-FB4A-A7E1-1E8522B822C3}" presName="root2" presStyleCnt="0"/>
      <dgm:spPr/>
    </dgm:pt>
    <dgm:pt modelId="{73BDDE51-D3E7-7F47-9EDD-C9BB33B11D82}" type="pres">
      <dgm:prSet presAssocID="{C3B3BED6-4B49-FB4A-A7E1-1E8522B822C3}" presName="LevelTwoTextNode" presStyleLbl="node4" presStyleIdx="5" presStyleCnt="14" custScaleX="239544">
        <dgm:presLayoutVars>
          <dgm:chPref val="3"/>
        </dgm:presLayoutVars>
      </dgm:prSet>
      <dgm:spPr/>
    </dgm:pt>
    <dgm:pt modelId="{EAB1093F-C78D-0142-9BBA-120CE9B9687F}" type="pres">
      <dgm:prSet presAssocID="{C3B3BED6-4B49-FB4A-A7E1-1E8522B822C3}" presName="level3hierChild" presStyleCnt="0"/>
      <dgm:spPr/>
    </dgm:pt>
    <dgm:pt modelId="{ABFC033E-B7D9-5D44-96A3-08FD37753EF6}" type="pres">
      <dgm:prSet presAssocID="{C16B21DA-7A4F-0F42-8ACC-F050C72C1093}" presName="conn2-1" presStyleLbl="parChTrans1D4" presStyleIdx="6" presStyleCnt="14"/>
      <dgm:spPr/>
    </dgm:pt>
    <dgm:pt modelId="{799C3DC0-4DAB-8949-BC93-9946704542B6}" type="pres">
      <dgm:prSet presAssocID="{C16B21DA-7A4F-0F42-8ACC-F050C72C1093}" presName="connTx" presStyleLbl="parChTrans1D4" presStyleIdx="6" presStyleCnt="14"/>
      <dgm:spPr/>
    </dgm:pt>
    <dgm:pt modelId="{465AF9D3-EE72-F64B-9537-1F14EABFD13F}" type="pres">
      <dgm:prSet presAssocID="{6F722563-D729-E541-9AD9-F64E7F2934AD}" presName="root2" presStyleCnt="0"/>
      <dgm:spPr/>
    </dgm:pt>
    <dgm:pt modelId="{9204226D-522D-5649-80AD-6E3A0181A7D2}" type="pres">
      <dgm:prSet presAssocID="{6F722563-D729-E541-9AD9-F64E7F2934AD}" presName="LevelTwoTextNode" presStyleLbl="node4" presStyleIdx="6" presStyleCnt="14" custScaleX="140492" custScaleY="147761">
        <dgm:presLayoutVars>
          <dgm:chPref val="3"/>
        </dgm:presLayoutVars>
      </dgm:prSet>
      <dgm:spPr/>
    </dgm:pt>
    <dgm:pt modelId="{8A6987D5-A017-B24B-BB6F-9266A4B86D3B}" type="pres">
      <dgm:prSet presAssocID="{6F722563-D729-E541-9AD9-F64E7F2934AD}" presName="level3hierChild" presStyleCnt="0"/>
      <dgm:spPr/>
    </dgm:pt>
    <dgm:pt modelId="{2E954A43-9122-B84C-B342-DE9383F57800}" type="pres">
      <dgm:prSet presAssocID="{9FF7FEC4-2AA6-3140-B7DC-FE141D381E5B}" presName="conn2-1" presStyleLbl="parChTrans1D2" presStyleIdx="1" presStyleCnt="2"/>
      <dgm:spPr/>
    </dgm:pt>
    <dgm:pt modelId="{49728E1A-8A35-9C42-B6FE-D0A935D4085F}" type="pres">
      <dgm:prSet presAssocID="{9FF7FEC4-2AA6-3140-B7DC-FE141D381E5B}" presName="connTx" presStyleLbl="parChTrans1D2" presStyleIdx="1" presStyleCnt="2"/>
      <dgm:spPr/>
    </dgm:pt>
    <dgm:pt modelId="{2F776CA8-DE96-2441-89CC-7DA0D65A332C}" type="pres">
      <dgm:prSet presAssocID="{344D0C35-8465-7144-B468-C0B34A732FFE}" presName="root2" presStyleCnt="0"/>
      <dgm:spPr/>
    </dgm:pt>
    <dgm:pt modelId="{C928F4F3-596F-C14E-92F3-0466D11E0710}" type="pres">
      <dgm:prSet presAssocID="{344D0C35-8465-7144-B468-C0B34A732FFE}" presName="LevelTwoTextNode" presStyleLbl="node2" presStyleIdx="1" presStyleCnt="2" custScaleX="150866" custScaleY="150866">
        <dgm:presLayoutVars>
          <dgm:chPref val="3"/>
        </dgm:presLayoutVars>
      </dgm:prSet>
      <dgm:spPr/>
    </dgm:pt>
    <dgm:pt modelId="{95888C42-2AEA-964F-A94D-2E7E8DDD3256}" type="pres">
      <dgm:prSet presAssocID="{344D0C35-8465-7144-B468-C0B34A732FFE}" presName="level3hierChild" presStyleCnt="0"/>
      <dgm:spPr/>
    </dgm:pt>
    <dgm:pt modelId="{B7E0A162-52E0-9E4A-9233-421BDA8874C0}" type="pres">
      <dgm:prSet presAssocID="{4C26BBE7-7556-404A-8F4F-B07AF378701F}" presName="conn2-1" presStyleLbl="parChTrans1D3" presStyleIdx="2" presStyleCnt="5"/>
      <dgm:spPr/>
    </dgm:pt>
    <dgm:pt modelId="{6AF997A9-BC49-5C45-BDC4-B52E1656FD40}" type="pres">
      <dgm:prSet presAssocID="{4C26BBE7-7556-404A-8F4F-B07AF378701F}" presName="connTx" presStyleLbl="parChTrans1D3" presStyleIdx="2" presStyleCnt="5"/>
      <dgm:spPr/>
    </dgm:pt>
    <dgm:pt modelId="{FA2472C9-2908-7E4E-9330-6EB6FD496E20}" type="pres">
      <dgm:prSet presAssocID="{12737ABF-08A5-D047-BBAD-EC8DBE62C675}" presName="root2" presStyleCnt="0"/>
      <dgm:spPr/>
    </dgm:pt>
    <dgm:pt modelId="{F61810EF-99FC-8D4D-B24C-D36634F689B1}" type="pres">
      <dgm:prSet presAssocID="{12737ABF-08A5-D047-BBAD-EC8DBE62C675}" presName="LevelTwoTextNode" presStyleLbl="node3" presStyleIdx="2" presStyleCnt="5" custScaleX="181259" custScaleY="181259">
        <dgm:presLayoutVars>
          <dgm:chPref val="3"/>
        </dgm:presLayoutVars>
      </dgm:prSet>
      <dgm:spPr/>
    </dgm:pt>
    <dgm:pt modelId="{56C50E1C-19B6-5C47-B52F-DF40E68FA7F4}" type="pres">
      <dgm:prSet presAssocID="{12737ABF-08A5-D047-BBAD-EC8DBE62C675}" presName="level3hierChild" presStyleCnt="0"/>
      <dgm:spPr/>
    </dgm:pt>
    <dgm:pt modelId="{FDCED5B7-F524-A54F-88ED-D9EEBE7C4139}" type="pres">
      <dgm:prSet presAssocID="{B551F70F-BA5C-F74C-A4E2-17AE274FD90D}" presName="conn2-1" presStyleLbl="parChTrans1D4" presStyleIdx="7" presStyleCnt="14"/>
      <dgm:spPr/>
    </dgm:pt>
    <dgm:pt modelId="{D2DE4F1F-2B66-784B-8E6F-3665616EB0F6}" type="pres">
      <dgm:prSet presAssocID="{B551F70F-BA5C-F74C-A4E2-17AE274FD90D}" presName="connTx" presStyleLbl="parChTrans1D4" presStyleIdx="7" presStyleCnt="14"/>
      <dgm:spPr/>
    </dgm:pt>
    <dgm:pt modelId="{37FB1B2D-E61B-5D4F-87E7-61C49C6C1A81}" type="pres">
      <dgm:prSet presAssocID="{1FF7B831-D7B6-2A43-A7A1-D75BA379B17B}" presName="root2" presStyleCnt="0"/>
      <dgm:spPr/>
    </dgm:pt>
    <dgm:pt modelId="{27A3A770-8E52-404E-B85D-AC7D3B3B84E8}" type="pres">
      <dgm:prSet presAssocID="{1FF7B831-D7B6-2A43-A7A1-D75BA379B17B}" presName="LevelTwoTextNode" presStyleLbl="node4" presStyleIdx="7" presStyleCnt="14" custScaleX="147038">
        <dgm:presLayoutVars>
          <dgm:chPref val="3"/>
        </dgm:presLayoutVars>
      </dgm:prSet>
      <dgm:spPr/>
    </dgm:pt>
    <dgm:pt modelId="{FF71946A-FD1E-1E46-B7B7-CF0F9DF13B86}" type="pres">
      <dgm:prSet presAssocID="{1FF7B831-D7B6-2A43-A7A1-D75BA379B17B}" presName="level3hierChild" presStyleCnt="0"/>
      <dgm:spPr/>
    </dgm:pt>
    <dgm:pt modelId="{023EEE43-30CC-B244-A39C-830DEB5E8BC1}" type="pres">
      <dgm:prSet presAssocID="{21081A77-3667-9B4F-9825-873CC6F05E96}" presName="conn2-1" presStyleLbl="parChTrans1D4" presStyleIdx="8" presStyleCnt="14"/>
      <dgm:spPr/>
    </dgm:pt>
    <dgm:pt modelId="{D7FE0AD8-970B-D746-9CEB-60D35CA53EFF}" type="pres">
      <dgm:prSet presAssocID="{21081A77-3667-9B4F-9825-873CC6F05E96}" presName="connTx" presStyleLbl="parChTrans1D4" presStyleIdx="8" presStyleCnt="14"/>
      <dgm:spPr/>
    </dgm:pt>
    <dgm:pt modelId="{6D5C58B9-5E1E-9048-81FD-A9704E62FB53}" type="pres">
      <dgm:prSet presAssocID="{87E6389C-2B8E-564F-A8EC-C11DF8935BFE}" presName="root2" presStyleCnt="0"/>
      <dgm:spPr/>
    </dgm:pt>
    <dgm:pt modelId="{7B0289E3-6B3D-CC48-BC3A-1F2181EF731E}" type="pres">
      <dgm:prSet presAssocID="{87E6389C-2B8E-564F-A8EC-C11DF8935BFE}" presName="LevelTwoTextNode" presStyleLbl="node4" presStyleIdx="8" presStyleCnt="14" custScaleX="198904" custScaleY="129262">
        <dgm:presLayoutVars>
          <dgm:chPref val="3"/>
        </dgm:presLayoutVars>
      </dgm:prSet>
      <dgm:spPr/>
    </dgm:pt>
    <dgm:pt modelId="{3122E3FF-F2D8-034C-BF8E-9DAD558976DF}" type="pres">
      <dgm:prSet presAssocID="{87E6389C-2B8E-564F-A8EC-C11DF8935BFE}" presName="level3hierChild" presStyleCnt="0"/>
      <dgm:spPr/>
    </dgm:pt>
    <dgm:pt modelId="{F407A4F5-7A8D-9249-9EB1-3F8B9260D16A}" type="pres">
      <dgm:prSet presAssocID="{1622CD58-0A66-9941-96A2-9D0CFA3A0409}" presName="conn2-1" presStyleLbl="parChTrans1D3" presStyleIdx="3" presStyleCnt="5"/>
      <dgm:spPr/>
    </dgm:pt>
    <dgm:pt modelId="{3D752797-B917-C04D-9A69-9C2F3CE3D7CF}" type="pres">
      <dgm:prSet presAssocID="{1622CD58-0A66-9941-96A2-9D0CFA3A0409}" presName="connTx" presStyleLbl="parChTrans1D3" presStyleIdx="3" presStyleCnt="5"/>
      <dgm:spPr/>
    </dgm:pt>
    <dgm:pt modelId="{2DC19626-BE1F-9B48-8348-C7DE8272A040}" type="pres">
      <dgm:prSet presAssocID="{3B7926F3-5D4F-9D4D-981E-CC16E6B39FBC}" presName="root2" presStyleCnt="0"/>
      <dgm:spPr/>
    </dgm:pt>
    <dgm:pt modelId="{9954F17A-FAD1-824A-B854-BB6AEC69639A}" type="pres">
      <dgm:prSet presAssocID="{3B7926F3-5D4F-9D4D-981E-CC16E6B39FBC}" presName="LevelTwoTextNode" presStyleLbl="node3" presStyleIdx="3" presStyleCnt="5" custScaleX="157298" custScaleY="157298">
        <dgm:presLayoutVars>
          <dgm:chPref val="3"/>
        </dgm:presLayoutVars>
      </dgm:prSet>
      <dgm:spPr/>
    </dgm:pt>
    <dgm:pt modelId="{A161E0A3-2A5E-024B-ADCA-3443789B8C3E}" type="pres">
      <dgm:prSet presAssocID="{3B7926F3-5D4F-9D4D-981E-CC16E6B39FBC}" presName="level3hierChild" presStyleCnt="0"/>
      <dgm:spPr/>
    </dgm:pt>
    <dgm:pt modelId="{87C23F8E-7516-4F45-8659-B1B3446301FA}" type="pres">
      <dgm:prSet presAssocID="{29FE1D1C-22A4-F849-BBF7-B7FE10FC5057}" presName="conn2-1" presStyleLbl="parChTrans1D4" presStyleIdx="9" presStyleCnt="14"/>
      <dgm:spPr/>
    </dgm:pt>
    <dgm:pt modelId="{AD8D8F2C-3410-0D45-9619-97F95E4522C1}" type="pres">
      <dgm:prSet presAssocID="{29FE1D1C-22A4-F849-BBF7-B7FE10FC5057}" presName="connTx" presStyleLbl="parChTrans1D4" presStyleIdx="9" presStyleCnt="14"/>
      <dgm:spPr/>
    </dgm:pt>
    <dgm:pt modelId="{52CF701D-6972-7F4B-87E2-1FD30F26C562}" type="pres">
      <dgm:prSet presAssocID="{BF2AEB32-557C-AA40-A24A-8D5E3004EC96}" presName="root2" presStyleCnt="0"/>
      <dgm:spPr/>
    </dgm:pt>
    <dgm:pt modelId="{6C3014FE-3CA9-0346-BC15-5FADD688E33A}" type="pres">
      <dgm:prSet presAssocID="{BF2AEB32-557C-AA40-A24A-8D5E3004EC96}" presName="LevelTwoTextNode" presStyleLbl="node4" presStyleIdx="9" presStyleCnt="14" custScaleX="170146" custScaleY="116906">
        <dgm:presLayoutVars>
          <dgm:chPref val="3"/>
        </dgm:presLayoutVars>
      </dgm:prSet>
      <dgm:spPr/>
    </dgm:pt>
    <dgm:pt modelId="{E0495A04-9BB2-2B4B-9E2B-1B457A984D61}" type="pres">
      <dgm:prSet presAssocID="{BF2AEB32-557C-AA40-A24A-8D5E3004EC96}" presName="level3hierChild" presStyleCnt="0"/>
      <dgm:spPr/>
    </dgm:pt>
    <dgm:pt modelId="{432C4B93-52F0-924A-9DD4-29C926DE10DF}" type="pres">
      <dgm:prSet presAssocID="{7D0EE4E5-C5E8-C348-9D8D-43F7EBC27BF7}" presName="conn2-1" presStyleLbl="parChTrans1D4" presStyleIdx="10" presStyleCnt="14"/>
      <dgm:spPr/>
    </dgm:pt>
    <dgm:pt modelId="{C204E7D5-3332-CB41-9A90-0670EDC3533B}" type="pres">
      <dgm:prSet presAssocID="{7D0EE4E5-C5E8-C348-9D8D-43F7EBC27BF7}" presName="connTx" presStyleLbl="parChTrans1D4" presStyleIdx="10" presStyleCnt="14"/>
      <dgm:spPr/>
    </dgm:pt>
    <dgm:pt modelId="{7C4803A9-781C-1F41-826D-2D5485FEA701}" type="pres">
      <dgm:prSet presAssocID="{C7A29875-8692-8A46-A79D-0A3C5BF70E82}" presName="root2" presStyleCnt="0"/>
      <dgm:spPr/>
    </dgm:pt>
    <dgm:pt modelId="{2FEEF11A-595B-5240-BC78-0793D35F18EE}" type="pres">
      <dgm:prSet presAssocID="{C7A29875-8692-8A46-A79D-0A3C5BF70E82}" presName="LevelTwoTextNode" presStyleLbl="node4" presStyleIdx="10" presStyleCnt="14" custScaleX="136827">
        <dgm:presLayoutVars>
          <dgm:chPref val="3"/>
        </dgm:presLayoutVars>
      </dgm:prSet>
      <dgm:spPr/>
    </dgm:pt>
    <dgm:pt modelId="{09491173-1F27-C44F-8991-4E238E52ACCC}" type="pres">
      <dgm:prSet presAssocID="{C7A29875-8692-8A46-A79D-0A3C5BF70E82}" presName="level3hierChild" presStyleCnt="0"/>
      <dgm:spPr/>
    </dgm:pt>
    <dgm:pt modelId="{B72C0711-3946-0845-A9DF-58B2E8D6D2AA}" type="pres">
      <dgm:prSet presAssocID="{E7A0B7A6-1AAD-3B44-BCF9-321BEE70DFF9}" presName="conn2-1" presStyleLbl="parChTrans1D3" presStyleIdx="4" presStyleCnt="5"/>
      <dgm:spPr/>
    </dgm:pt>
    <dgm:pt modelId="{67E25E2A-EBDC-2E45-864A-859E1A06520E}" type="pres">
      <dgm:prSet presAssocID="{E7A0B7A6-1AAD-3B44-BCF9-321BEE70DFF9}" presName="connTx" presStyleLbl="parChTrans1D3" presStyleIdx="4" presStyleCnt="5"/>
      <dgm:spPr/>
    </dgm:pt>
    <dgm:pt modelId="{F07AB9B1-E9F0-AA4B-9F4C-AEA6B10E93AD}" type="pres">
      <dgm:prSet presAssocID="{1AF93CA6-FB7A-DB49-A30C-1C8EBD6DC2DE}" presName="root2" presStyleCnt="0"/>
      <dgm:spPr/>
    </dgm:pt>
    <dgm:pt modelId="{7878A87B-BA0F-7C4F-BA23-5C3CB7BBD52E}" type="pres">
      <dgm:prSet presAssocID="{1AF93CA6-FB7A-DB49-A30C-1C8EBD6DC2DE}" presName="LevelTwoTextNode" presStyleLbl="node3" presStyleIdx="4" presStyleCnt="5" custScaleX="219752" custScaleY="219752">
        <dgm:presLayoutVars>
          <dgm:chPref val="3"/>
        </dgm:presLayoutVars>
      </dgm:prSet>
      <dgm:spPr/>
    </dgm:pt>
    <dgm:pt modelId="{E58F8DDC-0A54-2D4C-8F0E-1EC06DA8A0F0}" type="pres">
      <dgm:prSet presAssocID="{1AF93CA6-FB7A-DB49-A30C-1C8EBD6DC2DE}" presName="level3hierChild" presStyleCnt="0"/>
      <dgm:spPr/>
    </dgm:pt>
    <dgm:pt modelId="{EDC3FAD5-471C-EC46-9E27-0EBC485CFA38}" type="pres">
      <dgm:prSet presAssocID="{D41C76A4-0A6A-5341-B41F-1C514063F769}" presName="conn2-1" presStyleLbl="parChTrans1D4" presStyleIdx="11" presStyleCnt="14"/>
      <dgm:spPr/>
    </dgm:pt>
    <dgm:pt modelId="{B2946A60-63EA-5B4C-839B-C3ADAFF5C23B}" type="pres">
      <dgm:prSet presAssocID="{D41C76A4-0A6A-5341-B41F-1C514063F769}" presName="connTx" presStyleLbl="parChTrans1D4" presStyleIdx="11" presStyleCnt="14"/>
      <dgm:spPr/>
    </dgm:pt>
    <dgm:pt modelId="{0D7340F9-154E-024A-B2D3-8D1A13E9F44F}" type="pres">
      <dgm:prSet presAssocID="{01D9021F-023C-FF4E-8D1D-69EA94A10535}" presName="root2" presStyleCnt="0"/>
      <dgm:spPr/>
    </dgm:pt>
    <dgm:pt modelId="{41D28F2B-72F6-7A4D-8706-ED8852AD20FB}" type="pres">
      <dgm:prSet presAssocID="{01D9021F-023C-FF4E-8D1D-69EA94A10535}" presName="LevelTwoTextNode" presStyleLbl="node4" presStyleIdx="11" presStyleCnt="14" custScaleX="150260" custScaleY="123737">
        <dgm:presLayoutVars>
          <dgm:chPref val="3"/>
        </dgm:presLayoutVars>
      </dgm:prSet>
      <dgm:spPr/>
    </dgm:pt>
    <dgm:pt modelId="{496C6E31-A918-3B4A-B401-9899E8871871}" type="pres">
      <dgm:prSet presAssocID="{01D9021F-023C-FF4E-8D1D-69EA94A10535}" presName="level3hierChild" presStyleCnt="0"/>
      <dgm:spPr/>
    </dgm:pt>
    <dgm:pt modelId="{3F95FD28-CECC-B04A-AA91-6DF83557151A}" type="pres">
      <dgm:prSet presAssocID="{257FC987-078B-2446-A530-8AD9576C5E42}" presName="conn2-1" presStyleLbl="parChTrans1D4" presStyleIdx="12" presStyleCnt="14"/>
      <dgm:spPr/>
    </dgm:pt>
    <dgm:pt modelId="{E7D2A805-3374-8344-92F6-52F5F90F51D3}" type="pres">
      <dgm:prSet presAssocID="{257FC987-078B-2446-A530-8AD9576C5E42}" presName="connTx" presStyleLbl="parChTrans1D4" presStyleIdx="12" presStyleCnt="14"/>
      <dgm:spPr/>
    </dgm:pt>
    <dgm:pt modelId="{5127BBC9-C407-9241-AB88-051A2D66FAE0}" type="pres">
      <dgm:prSet presAssocID="{E913B007-3C35-8B47-8A2F-8C7600F910D4}" presName="root2" presStyleCnt="0"/>
      <dgm:spPr/>
    </dgm:pt>
    <dgm:pt modelId="{C111D3F2-1965-6445-9B1D-BE0E4C06E7F4}" type="pres">
      <dgm:prSet presAssocID="{E913B007-3C35-8B47-8A2F-8C7600F910D4}" presName="LevelTwoTextNode" presStyleLbl="node4" presStyleIdx="12" presStyleCnt="14">
        <dgm:presLayoutVars>
          <dgm:chPref val="3"/>
        </dgm:presLayoutVars>
      </dgm:prSet>
      <dgm:spPr/>
    </dgm:pt>
    <dgm:pt modelId="{C21255C9-C4FF-314D-843C-F172347063A2}" type="pres">
      <dgm:prSet presAssocID="{E913B007-3C35-8B47-8A2F-8C7600F910D4}" presName="level3hierChild" presStyleCnt="0"/>
      <dgm:spPr/>
    </dgm:pt>
    <dgm:pt modelId="{8B6C7378-8867-504F-97F3-4F3E1CA355AD}" type="pres">
      <dgm:prSet presAssocID="{1C7C9320-0726-3B4C-BB75-A76E0078F090}" presName="conn2-1" presStyleLbl="parChTrans1D4" presStyleIdx="13" presStyleCnt="14"/>
      <dgm:spPr/>
    </dgm:pt>
    <dgm:pt modelId="{B7F25B93-42D0-734F-9922-360284986A39}" type="pres">
      <dgm:prSet presAssocID="{1C7C9320-0726-3B4C-BB75-A76E0078F090}" presName="connTx" presStyleLbl="parChTrans1D4" presStyleIdx="13" presStyleCnt="14"/>
      <dgm:spPr/>
    </dgm:pt>
    <dgm:pt modelId="{D712C87A-6966-BB47-9266-F59CED8AA829}" type="pres">
      <dgm:prSet presAssocID="{E3775E21-B1F5-B240-AE0F-8E6F984E27CA}" presName="root2" presStyleCnt="0"/>
      <dgm:spPr/>
    </dgm:pt>
    <dgm:pt modelId="{5877B0FB-B17C-E64D-82EF-334DF929B73C}" type="pres">
      <dgm:prSet presAssocID="{E3775E21-B1F5-B240-AE0F-8E6F984E27CA}" presName="LevelTwoTextNode" presStyleLbl="node4" presStyleIdx="13" presStyleCnt="14" custScaleX="153240">
        <dgm:presLayoutVars>
          <dgm:chPref val="3"/>
        </dgm:presLayoutVars>
      </dgm:prSet>
      <dgm:spPr/>
    </dgm:pt>
    <dgm:pt modelId="{E64A92A5-E8E2-4144-A6FE-99EE0BDD26D2}" type="pres">
      <dgm:prSet presAssocID="{E3775E21-B1F5-B240-AE0F-8E6F984E27CA}" presName="level3hierChild" presStyleCnt="0"/>
      <dgm:spPr/>
    </dgm:pt>
  </dgm:ptLst>
  <dgm:cxnLst>
    <dgm:cxn modelId="{DDA5B701-468B-F74B-95EB-C6DB0C143D44}" type="presOf" srcId="{1C7C9320-0726-3B4C-BB75-A76E0078F090}" destId="{B7F25B93-42D0-734F-9922-360284986A39}" srcOrd="1" destOrd="0" presId="urn:microsoft.com/office/officeart/2005/8/layout/hierarchy2"/>
    <dgm:cxn modelId="{B855B302-5D69-2842-8856-39D182DA4B0B}" type="presOf" srcId="{D35AE554-C24F-3149-A37D-EC8379B74C6A}" destId="{6388E643-443A-9E49-9040-96167F4B6991}" srcOrd="1" destOrd="0" presId="urn:microsoft.com/office/officeart/2005/8/layout/hierarchy2"/>
    <dgm:cxn modelId="{A29A6B0A-132E-EE44-A789-CA44E2BCCF82}" type="presOf" srcId="{DE33C69D-8B15-E248-A4B8-99CD23E809BA}" destId="{8F1C4B42-1F46-AB44-8622-F677F27BB8C8}" srcOrd="1" destOrd="0" presId="urn:microsoft.com/office/officeart/2005/8/layout/hierarchy2"/>
    <dgm:cxn modelId="{CC312812-1E9F-5F49-B4F4-A141D9882614}" type="presOf" srcId="{3E130208-2E85-674B-BF53-1836CC559421}" destId="{9CF67940-387B-9041-8CED-584CC6DC0FD9}" srcOrd="0" destOrd="0" presId="urn:microsoft.com/office/officeart/2005/8/layout/hierarchy2"/>
    <dgm:cxn modelId="{4059D520-5266-B743-9DDC-8D9C0D6D47A8}" type="presOf" srcId="{C16B21DA-7A4F-0F42-8ACC-F050C72C1093}" destId="{ABFC033E-B7D9-5D44-96A3-08FD37753EF6}" srcOrd="0" destOrd="0" presId="urn:microsoft.com/office/officeart/2005/8/layout/hierarchy2"/>
    <dgm:cxn modelId="{51508823-0B60-424E-8659-7DCE1E6A4DAA}" type="presOf" srcId="{AED3E511-36D7-5A4A-850E-BC06064ED15B}" destId="{E041C508-52A7-AD48-8CE0-074222627BB0}" srcOrd="0" destOrd="0" presId="urn:microsoft.com/office/officeart/2005/8/layout/hierarchy2"/>
    <dgm:cxn modelId="{E1225825-224F-724C-B3D0-D3B13B4DCF78}" type="presOf" srcId="{9FF7FEC4-2AA6-3140-B7DC-FE141D381E5B}" destId="{2E954A43-9122-B84C-B342-DE9383F57800}" srcOrd="0" destOrd="0" presId="urn:microsoft.com/office/officeart/2005/8/layout/hierarchy2"/>
    <dgm:cxn modelId="{EC64CF25-45D1-A149-8F99-6FC08D0B32E9}" srcId="{22202F28-205B-7A4F-A03F-52B181570149}" destId="{344D0C35-8465-7144-B468-C0B34A732FFE}" srcOrd="1" destOrd="0" parTransId="{9FF7FEC4-2AA6-3140-B7DC-FE141D381E5B}" sibTransId="{88D53DD4-2027-2F42-8588-1481BB3605AE}"/>
    <dgm:cxn modelId="{6B5CF02B-9C3C-D244-961D-8F45DA62685A}" srcId="{344D0C35-8465-7144-B468-C0B34A732FFE}" destId="{3B7926F3-5D4F-9D4D-981E-CC16E6B39FBC}" srcOrd="1" destOrd="0" parTransId="{1622CD58-0A66-9941-96A2-9D0CFA3A0409}" sibTransId="{45849C3B-2D1C-C84F-8CAE-47952F158C68}"/>
    <dgm:cxn modelId="{7047002F-D6C8-A541-B0C8-F54E16C7F0E0}" type="presOf" srcId="{C1733749-47FF-B94A-BE21-7D08B6E5FA86}" destId="{DFC57F9C-7CC4-3D4E-BF46-97CDB7E85171}" srcOrd="0" destOrd="0" presId="urn:microsoft.com/office/officeart/2005/8/layout/hierarchy2"/>
    <dgm:cxn modelId="{BF5C0930-3085-D44E-9341-9E193D0B6F87}" type="presOf" srcId="{1622CD58-0A66-9941-96A2-9D0CFA3A0409}" destId="{3D752797-B917-C04D-9A69-9C2F3CE3D7CF}" srcOrd="1" destOrd="0" presId="urn:microsoft.com/office/officeart/2005/8/layout/hierarchy2"/>
    <dgm:cxn modelId="{73C50738-84CF-4E46-96A9-F0127893C82F}" type="presOf" srcId="{21081A77-3667-9B4F-9825-873CC6F05E96}" destId="{023EEE43-30CC-B244-A39C-830DEB5E8BC1}" srcOrd="0" destOrd="0" presId="urn:microsoft.com/office/officeart/2005/8/layout/hierarchy2"/>
    <dgm:cxn modelId="{46984B38-7146-1A4C-A98B-11249FFCA341}" type="presOf" srcId="{947C7CA2-F0A1-B94F-A081-75EEFB2E7DF3}" destId="{E1D2DC2E-EC76-BC4D-8C81-0EB3F8B19DD2}" srcOrd="0" destOrd="0" presId="urn:microsoft.com/office/officeart/2005/8/layout/hierarchy2"/>
    <dgm:cxn modelId="{1D52E039-5DCC-2944-955C-95A7676555F0}" type="presOf" srcId="{FFAFD3A9-AE06-024D-A127-CC8A33121B69}" destId="{CE814F58-5CC1-B34F-9A1D-04A6B02809F1}" srcOrd="1" destOrd="0" presId="urn:microsoft.com/office/officeart/2005/8/layout/hierarchy2"/>
    <dgm:cxn modelId="{D13B443D-4245-2A4E-ADA1-85DEBAE1CE67}" type="presOf" srcId="{7D0EE4E5-C5E8-C348-9D8D-43F7EBC27BF7}" destId="{432C4B93-52F0-924A-9DD4-29C926DE10DF}" srcOrd="0" destOrd="0" presId="urn:microsoft.com/office/officeart/2005/8/layout/hierarchy2"/>
    <dgm:cxn modelId="{0D6D833D-22D5-0C44-814D-6308085E4F72}" type="presOf" srcId="{18F644B2-6E90-4C4C-A27E-9BD9B64A315A}" destId="{1C000EFB-BF36-4644-8723-3968FF921D12}" srcOrd="0" destOrd="0" presId="urn:microsoft.com/office/officeart/2005/8/layout/hierarchy2"/>
    <dgm:cxn modelId="{2E930B5B-AED0-3543-806E-7AC0535A5206}" type="presOf" srcId="{DE33C69D-8B15-E248-A4B8-99CD23E809BA}" destId="{72CAF699-B854-8A42-9FF8-5C523911729A}" srcOrd="0" destOrd="0" presId="urn:microsoft.com/office/officeart/2005/8/layout/hierarchy2"/>
    <dgm:cxn modelId="{11C7E35C-BE64-A84C-BCAB-BE3BABED7D4F}" srcId="{3E130208-2E85-674B-BF53-1836CC559421}" destId="{DF06C108-F815-754E-9C62-4C7E66884F67}" srcOrd="0" destOrd="0" parTransId="{16B1410A-2356-4742-B5CC-98E754D9E9D3}" sibTransId="{1FEF0CB3-0F90-4F45-942D-9C4E3AEEA7A9}"/>
    <dgm:cxn modelId="{16440864-C626-9F4A-8F7D-46E82C5C2C45}" type="presOf" srcId="{6F722563-D729-E541-9AD9-F64E7F2934AD}" destId="{9204226D-522D-5649-80AD-6E3A0181A7D2}" srcOrd="0" destOrd="0" presId="urn:microsoft.com/office/officeart/2005/8/layout/hierarchy2"/>
    <dgm:cxn modelId="{AAF25364-E9C8-5A4B-8BC3-0CBAC658D415}" srcId="{01D9021F-023C-FF4E-8D1D-69EA94A10535}" destId="{E913B007-3C35-8B47-8A2F-8C7600F910D4}" srcOrd="0" destOrd="0" parTransId="{257FC987-078B-2446-A530-8AD9576C5E42}" sibTransId="{FC9103C4-4D36-0242-A19E-8970BE7DC5D5}"/>
    <dgm:cxn modelId="{2937CB64-98A1-574A-8F27-C63EBA2BCED9}" type="presOf" srcId="{16B1410A-2356-4742-B5CC-98E754D9E9D3}" destId="{528625BF-0613-5448-9433-540E6893037F}" srcOrd="1" destOrd="0" presId="urn:microsoft.com/office/officeart/2005/8/layout/hierarchy2"/>
    <dgm:cxn modelId="{8F484846-ABCC-4247-9A9C-A9FF23786324}" type="presOf" srcId="{49A2B013-C8CA-9A4E-8166-11C9FADDEAEC}" destId="{1F5AD30F-8F49-4944-829D-56EDC501FFF5}" srcOrd="1" destOrd="0" presId="urn:microsoft.com/office/officeart/2005/8/layout/hierarchy2"/>
    <dgm:cxn modelId="{BDEB2447-7CA4-FD4E-BCF8-1645AF1E2D9D}" type="presOf" srcId="{18DEBDE4-AD3D-594E-A01D-13F7CE50CA8F}" destId="{DD1AD1C5-75DB-9D4E-8B7F-1B07BF833B95}" srcOrd="0" destOrd="0" presId="urn:microsoft.com/office/officeart/2005/8/layout/hierarchy2"/>
    <dgm:cxn modelId="{EBF23949-7FA1-FC49-8FC6-B803A4B6B90C}" type="presOf" srcId="{02D84DA9-69D4-324A-B706-A97DD90B5E2B}" destId="{9A4A14EE-0872-F745-92A0-D8F20596D00D}" srcOrd="1" destOrd="0" presId="urn:microsoft.com/office/officeart/2005/8/layout/hierarchy2"/>
    <dgm:cxn modelId="{A1DBEF4B-F958-004A-AE3B-6911E0EE17A8}" type="presOf" srcId="{BF2AEB32-557C-AA40-A24A-8D5E3004EC96}" destId="{6C3014FE-3CA9-0346-BC15-5FADD688E33A}" srcOrd="0" destOrd="0" presId="urn:microsoft.com/office/officeart/2005/8/layout/hierarchy2"/>
    <dgm:cxn modelId="{ED35864D-1994-CA49-992F-40B8798E4A19}" type="presOf" srcId="{21081A77-3667-9B4F-9825-873CC6F05E96}" destId="{D7FE0AD8-970B-D746-9CEB-60D35CA53EFF}" srcOrd="1" destOrd="0" presId="urn:microsoft.com/office/officeart/2005/8/layout/hierarchy2"/>
    <dgm:cxn modelId="{D5FEDE6D-42BF-B145-AA79-262C245A8EDA}" type="presOf" srcId="{1FF7B831-D7B6-2A43-A7A1-D75BA379B17B}" destId="{27A3A770-8E52-404E-B85D-AC7D3B3B84E8}" srcOrd="0" destOrd="0" presId="urn:microsoft.com/office/officeart/2005/8/layout/hierarchy2"/>
    <dgm:cxn modelId="{9785B96F-0137-A042-8657-B7CE495D18D7}" type="presOf" srcId="{E7A0B7A6-1AAD-3B44-BCF9-321BEE70DFF9}" destId="{B72C0711-3946-0845-A9DF-58B2E8D6D2AA}" srcOrd="0" destOrd="0" presId="urn:microsoft.com/office/officeart/2005/8/layout/hierarchy2"/>
    <dgm:cxn modelId="{C4481E70-39C9-8E41-AAC6-7FD63D4C457A}" type="presOf" srcId="{E913B007-3C35-8B47-8A2F-8C7600F910D4}" destId="{C111D3F2-1965-6445-9B1D-BE0E4C06E7F4}" srcOrd="0" destOrd="0" presId="urn:microsoft.com/office/officeart/2005/8/layout/hierarchy2"/>
    <dgm:cxn modelId="{C547AA70-95DB-0E49-A744-B178CF766AC5}" type="presOf" srcId="{E7A0B7A6-1AAD-3B44-BCF9-321BEE70DFF9}" destId="{67E25E2A-EBDC-2E45-864A-859E1A06520E}" srcOrd="1" destOrd="0" presId="urn:microsoft.com/office/officeart/2005/8/layout/hierarchy2"/>
    <dgm:cxn modelId="{9F347951-B621-214F-8514-1BE525859608}" type="presOf" srcId="{C7A29875-8692-8A46-A79D-0A3C5BF70E82}" destId="{2FEEF11A-595B-5240-BC78-0793D35F18EE}" srcOrd="0" destOrd="0" presId="urn:microsoft.com/office/officeart/2005/8/layout/hierarchy2"/>
    <dgm:cxn modelId="{EB1DBE71-25EC-F040-B52C-6570AC2A923B}" type="presOf" srcId="{DF06C108-F815-754E-9C62-4C7E66884F67}" destId="{02423DFD-6BB4-CE4A-909B-5213B247751A}" srcOrd="0" destOrd="0" presId="urn:microsoft.com/office/officeart/2005/8/layout/hierarchy2"/>
    <dgm:cxn modelId="{BAB6D071-256A-814E-A0AF-104F2B008CB8}" srcId="{B7391864-3106-E043-8EDB-EB0179CFE17A}" destId="{ECB96D58-02D3-294D-B488-8A7A07FA58E7}" srcOrd="0" destOrd="0" parTransId="{FFAFD3A9-AE06-024D-A127-CC8A33121B69}" sibTransId="{74A2F7B5-D560-3B42-A11B-598D1D04944B}"/>
    <dgm:cxn modelId="{80536F52-DCF0-9C44-875F-D4DED535D1EF}" type="presOf" srcId="{12737ABF-08A5-D047-BBAD-EC8DBE62C675}" destId="{F61810EF-99FC-8D4D-B24C-D36634F689B1}" srcOrd="0" destOrd="0" presId="urn:microsoft.com/office/officeart/2005/8/layout/hierarchy2"/>
    <dgm:cxn modelId="{74A9D672-B3CA-0F41-A28F-DDFFC8D87729}" type="presOf" srcId="{B6DDBAC9-B242-EC46-977B-E5C461AD3A4C}" destId="{0808389C-57EF-234B-92E7-7870D8C52731}" srcOrd="0" destOrd="0" presId="urn:microsoft.com/office/officeart/2005/8/layout/hierarchy2"/>
    <dgm:cxn modelId="{ECDD8573-C173-9B4F-A63E-226D61493254}" type="presOf" srcId="{1C7C9320-0726-3B4C-BB75-A76E0078F090}" destId="{8B6C7378-8867-504F-97F3-4F3E1CA355AD}" srcOrd="0" destOrd="0" presId="urn:microsoft.com/office/officeart/2005/8/layout/hierarchy2"/>
    <dgm:cxn modelId="{EA53FF73-2656-1D42-9D55-2B3EB255CAD5}" type="presOf" srcId="{29FE1D1C-22A4-F849-BBF7-B7FE10FC5057}" destId="{87C23F8E-7516-4F45-8659-B1B3446301FA}" srcOrd="0" destOrd="0" presId="urn:microsoft.com/office/officeart/2005/8/layout/hierarchy2"/>
    <dgm:cxn modelId="{CBDD1357-F0AD-754D-AEAF-10ABD60E7497}" type="presOf" srcId="{D41C76A4-0A6A-5341-B41F-1C514063F769}" destId="{EDC3FAD5-471C-EC46-9E27-0EBC485CFA38}" srcOrd="0" destOrd="0" presId="urn:microsoft.com/office/officeart/2005/8/layout/hierarchy2"/>
    <dgm:cxn modelId="{9830F57C-C93C-5942-A689-10F90F28F792}" type="presOf" srcId="{D41C76A4-0A6A-5341-B41F-1C514063F769}" destId="{B2946A60-63EA-5B4C-839B-C3ADAFF5C23B}" srcOrd="1" destOrd="0" presId="urn:microsoft.com/office/officeart/2005/8/layout/hierarchy2"/>
    <dgm:cxn modelId="{E8478F7E-69A1-104A-B252-60FD602EE263}" type="presOf" srcId="{ECB96D58-02D3-294D-B488-8A7A07FA58E7}" destId="{89E90A14-2BF3-214B-B5C3-50C54E0B8282}" srcOrd="0" destOrd="0" presId="urn:microsoft.com/office/officeart/2005/8/layout/hierarchy2"/>
    <dgm:cxn modelId="{B4FEA37E-53DE-484B-8C69-9F70FB56FEF1}" type="presOf" srcId="{947C7CA2-F0A1-B94F-A081-75EEFB2E7DF3}" destId="{61D46A52-6CC4-F447-802E-EF1F361EE131}" srcOrd="1" destOrd="0" presId="urn:microsoft.com/office/officeart/2005/8/layout/hierarchy2"/>
    <dgm:cxn modelId="{DEF4A581-15D5-E942-BE70-6561EF761995}" type="presOf" srcId="{7D0EE4E5-C5E8-C348-9D8D-43F7EBC27BF7}" destId="{C204E7D5-3332-CB41-9A90-0670EDC3533B}" srcOrd="1" destOrd="0" presId="urn:microsoft.com/office/officeart/2005/8/layout/hierarchy2"/>
    <dgm:cxn modelId="{51693A82-6967-A044-8083-0E69156AD91F}" type="presOf" srcId="{29FE1D1C-22A4-F849-BBF7-B7FE10FC5057}" destId="{AD8D8F2C-3410-0D45-9619-97F95E4522C1}" srcOrd="1" destOrd="0" presId="urn:microsoft.com/office/officeart/2005/8/layout/hierarchy2"/>
    <dgm:cxn modelId="{BBEA4F84-7E68-0042-9B24-DB58B54DD622}" srcId="{3B7926F3-5D4F-9D4D-981E-CC16E6B39FBC}" destId="{C7A29875-8692-8A46-A79D-0A3C5BF70E82}" srcOrd="1" destOrd="0" parTransId="{7D0EE4E5-C5E8-C348-9D8D-43F7EBC27BF7}" sibTransId="{176D91B5-360A-DA48-8230-6373C8A917B9}"/>
    <dgm:cxn modelId="{BFB12E85-CBE7-B64F-9F8F-D2B254DE2C16}" type="presOf" srcId="{257FC987-078B-2446-A530-8AD9576C5E42}" destId="{3F95FD28-CECC-B04A-AA91-6DF83557151A}" srcOrd="0" destOrd="0" presId="urn:microsoft.com/office/officeart/2005/8/layout/hierarchy2"/>
    <dgm:cxn modelId="{ECB72D87-B3A7-194E-827E-FE4EE8E384DD}" type="presOf" srcId="{B551F70F-BA5C-F74C-A4E2-17AE274FD90D}" destId="{FDCED5B7-F524-A54F-88ED-D9EEBE7C4139}" srcOrd="0" destOrd="0" presId="urn:microsoft.com/office/officeart/2005/8/layout/hierarchy2"/>
    <dgm:cxn modelId="{1B75E388-A624-884A-977A-A40AC73AF487}" type="presOf" srcId="{22202F28-205B-7A4F-A03F-52B181570149}" destId="{E2080D5D-D4D5-8D4E-B64D-35418B3E180D}" srcOrd="0" destOrd="0" presId="urn:microsoft.com/office/officeart/2005/8/layout/hierarchy2"/>
    <dgm:cxn modelId="{4F73F588-C212-ED4A-8945-B549C04E5776}" srcId="{12737ABF-08A5-D047-BBAD-EC8DBE62C675}" destId="{1FF7B831-D7B6-2A43-A7A1-D75BA379B17B}" srcOrd="0" destOrd="0" parTransId="{B551F70F-BA5C-F74C-A4E2-17AE274FD90D}" sibTransId="{5B443F4E-07B3-C740-90FF-F136CEE38DC5}"/>
    <dgm:cxn modelId="{3EEE3C8E-7B8A-5A43-9575-1529F2BCDD36}" type="presOf" srcId="{9FF7FEC4-2AA6-3140-B7DC-FE141D381E5B}" destId="{49728E1A-8A35-9C42-B6FE-D0A935D4085F}" srcOrd="1" destOrd="0" presId="urn:microsoft.com/office/officeart/2005/8/layout/hierarchy2"/>
    <dgm:cxn modelId="{FA5B3090-0F67-1643-ADCD-35E142BBD454}" srcId="{344D0C35-8465-7144-B468-C0B34A732FFE}" destId="{12737ABF-08A5-D047-BBAD-EC8DBE62C675}" srcOrd="0" destOrd="0" parTransId="{4C26BBE7-7556-404A-8F4F-B07AF378701F}" sibTransId="{FBD0CB43-89B5-844B-9774-E46C4054D5F8}"/>
    <dgm:cxn modelId="{4E389C92-B27A-F847-AD01-B55F53CD2FB2}" srcId="{B7391864-3106-E043-8EDB-EB0179CFE17A}" destId="{3E130208-2E85-674B-BF53-1836CC559421}" srcOrd="1" destOrd="0" parTransId="{DE33C69D-8B15-E248-A4B8-99CD23E809BA}" sibTransId="{AEB72973-6B86-444A-B858-A65774283019}"/>
    <dgm:cxn modelId="{C91C3194-56C2-AF4A-A492-2C79E723655A}" type="presOf" srcId="{4C26BBE7-7556-404A-8F4F-B07AF378701F}" destId="{6AF997A9-BC49-5C45-BDC4-B52E1656FD40}" srcOrd="1" destOrd="0" presId="urn:microsoft.com/office/officeart/2005/8/layout/hierarchy2"/>
    <dgm:cxn modelId="{7BADDCA1-2A38-524C-A897-0D79539B621D}" type="presOf" srcId="{344D0C35-8465-7144-B468-C0B34A732FFE}" destId="{C928F4F3-596F-C14E-92F3-0466D11E0710}" srcOrd="0" destOrd="0" presId="urn:microsoft.com/office/officeart/2005/8/layout/hierarchy2"/>
    <dgm:cxn modelId="{3964AAA2-22E0-BF41-AB03-B7D9C4C127D8}" type="presOf" srcId="{49A2B013-C8CA-9A4E-8166-11C9FADDEAEC}" destId="{47B23043-8266-CA41-8BB4-05B55AA3E450}" srcOrd="0" destOrd="0" presId="urn:microsoft.com/office/officeart/2005/8/layout/hierarchy2"/>
    <dgm:cxn modelId="{0D3B14A3-2089-EC47-9933-8E274E7F64A3}" type="presOf" srcId="{C16B21DA-7A4F-0F42-8ACC-F050C72C1093}" destId="{799C3DC0-4DAB-8949-BC93-9946704542B6}" srcOrd="1" destOrd="0" presId="urn:microsoft.com/office/officeart/2005/8/layout/hierarchy2"/>
    <dgm:cxn modelId="{4653A3AB-0C67-F84E-BC62-C95ACEB06629}" type="presOf" srcId="{083DC150-F827-894B-863F-29CE60E3553E}" destId="{CCDD4376-C930-7944-B037-38B34E0C11D6}" srcOrd="1" destOrd="0" presId="urn:microsoft.com/office/officeart/2005/8/layout/hierarchy2"/>
    <dgm:cxn modelId="{646361AF-C5F0-8A43-BD0A-A7B466FE8890}" type="presOf" srcId="{E3775E21-B1F5-B240-AE0F-8E6F984E27CA}" destId="{5877B0FB-B17C-E64D-82EF-334DF929B73C}" srcOrd="0" destOrd="0" presId="urn:microsoft.com/office/officeart/2005/8/layout/hierarchy2"/>
    <dgm:cxn modelId="{3D7280B4-F5F6-B44C-A407-FA29DDB93A3D}" type="presOf" srcId="{4C26BBE7-7556-404A-8F4F-B07AF378701F}" destId="{B7E0A162-52E0-9E4A-9233-421BDA8874C0}" srcOrd="0" destOrd="0" presId="urn:microsoft.com/office/officeart/2005/8/layout/hierarchy2"/>
    <dgm:cxn modelId="{305D5FB8-B4AD-C646-BAD3-9565F602F2BA}" type="presOf" srcId="{929B9CF1-4233-9F49-9E87-4D243BDB150D}" destId="{AB45879E-2600-1D43-A272-AC1AB9E893F5}" srcOrd="0" destOrd="0" presId="urn:microsoft.com/office/officeart/2005/8/layout/hierarchy2"/>
    <dgm:cxn modelId="{A1C910BA-4757-C44A-B915-E6F5ABEB86CA}" type="presOf" srcId="{B551F70F-BA5C-F74C-A4E2-17AE274FD90D}" destId="{D2DE4F1F-2B66-784B-8E6F-3665616EB0F6}" srcOrd="1" destOrd="0" presId="urn:microsoft.com/office/officeart/2005/8/layout/hierarchy2"/>
    <dgm:cxn modelId="{3A45FAC0-F87E-554E-9F3A-3E3E52B755DD}" srcId="{22202F28-205B-7A4F-A03F-52B181570149}" destId="{B7391864-3106-E043-8EDB-EB0179CFE17A}" srcOrd="0" destOrd="0" parTransId="{AED3E511-36D7-5A4A-850E-BC06064ED15B}" sibTransId="{1999DF3B-0407-4B42-9F4C-B5D1BC8F46E2}"/>
    <dgm:cxn modelId="{4E9AE3C5-7A75-264E-B1D4-41D29704943D}" type="presOf" srcId="{D35AE554-C24F-3149-A37D-EC8379B74C6A}" destId="{4DF19C0B-895E-9B43-8A7D-17D3ED5BFF21}" srcOrd="0" destOrd="0" presId="urn:microsoft.com/office/officeart/2005/8/layout/hierarchy2"/>
    <dgm:cxn modelId="{FA1A7CC8-9C1E-8442-A1D2-98285B6E2183}" srcId="{18DEBDE4-AD3D-594E-A01D-13F7CE50CA8F}" destId="{C1733749-47FF-B94A-BE21-7D08B6E5FA86}" srcOrd="0" destOrd="0" parTransId="{49A2B013-C8CA-9A4E-8166-11C9FADDEAEC}" sibTransId="{0DEDAC79-4E24-2E42-A4B8-555D23537450}"/>
    <dgm:cxn modelId="{455C9BC9-B55F-7D49-A9B6-9629E5F8E2BF}" srcId="{18DEBDE4-AD3D-594E-A01D-13F7CE50CA8F}" destId="{18F644B2-6E90-4C4C-A27E-9BD9B64A315A}" srcOrd="1" destOrd="0" parTransId="{083DC150-F827-894B-863F-29CE60E3553E}" sibTransId="{70FF2E7A-01CE-A449-8A20-8DD4E2F8E5EA}"/>
    <dgm:cxn modelId="{B32CCDCD-0F3E-A34F-9E10-50C55B56386D}" type="presOf" srcId="{3B7926F3-5D4F-9D4D-981E-CC16E6B39FBC}" destId="{9954F17A-FAD1-824A-B854-BB6AEC69639A}" srcOrd="0" destOrd="0" presId="urn:microsoft.com/office/officeart/2005/8/layout/hierarchy2"/>
    <dgm:cxn modelId="{C44393CE-276D-C947-92F4-9B7B8CCE7D3D}" type="presOf" srcId="{AED3E511-36D7-5A4A-850E-BC06064ED15B}" destId="{69AF393B-A250-0340-8C89-034BF14122BC}" srcOrd="1" destOrd="0" presId="urn:microsoft.com/office/officeart/2005/8/layout/hierarchy2"/>
    <dgm:cxn modelId="{AA5C40CF-77E8-7E4D-B80B-F2C45850E39E}" type="presOf" srcId="{083DC150-F827-894B-863F-29CE60E3553E}" destId="{AFFA34D1-5720-684B-9D0E-56E0E2860899}" srcOrd="0" destOrd="0" presId="urn:microsoft.com/office/officeart/2005/8/layout/hierarchy2"/>
    <dgm:cxn modelId="{F7097DD1-C242-2A4F-9D04-CDF9A46E0049}" srcId="{3B7926F3-5D4F-9D4D-981E-CC16E6B39FBC}" destId="{BF2AEB32-557C-AA40-A24A-8D5E3004EC96}" srcOrd="0" destOrd="0" parTransId="{29FE1D1C-22A4-F849-BBF7-B7FE10FC5057}" sibTransId="{981BF443-5F58-634F-92EB-B4A6EB6C2DB0}"/>
    <dgm:cxn modelId="{2395C6D1-F464-A145-AA47-9821F4D94DA3}" type="presOf" srcId="{1AF93CA6-FB7A-DB49-A30C-1C8EBD6DC2DE}" destId="{7878A87B-BA0F-7C4F-BA23-5C3CB7BBD52E}" srcOrd="0" destOrd="0" presId="urn:microsoft.com/office/officeart/2005/8/layout/hierarchy2"/>
    <dgm:cxn modelId="{8AF99AD2-2B0D-4C45-9F40-336851921A8E}" type="presOf" srcId="{1622CD58-0A66-9941-96A2-9D0CFA3A0409}" destId="{F407A4F5-7A8D-9249-9EB1-3F8B9260D16A}" srcOrd="0" destOrd="0" presId="urn:microsoft.com/office/officeart/2005/8/layout/hierarchy2"/>
    <dgm:cxn modelId="{38328CD3-4FEB-E349-915F-1761722E2014}" type="presOf" srcId="{01D9021F-023C-FF4E-8D1D-69EA94A10535}" destId="{41D28F2B-72F6-7A4D-8706-ED8852AD20FB}" srcOrd="0" destOrd="0" presId="urn:microsoft.com/office/officeart/2005/8/layout/hierarchy2"/>
    <dgm:cxn modelId="{7F71DCD3-27F6-2248-96F3-5B37D5D64B86}" srcId="{DF06C108-F815-754E-9C62-4C7E66884F67}" destId="{C3B3BED6-4B49-FB4A-A7E1-1E8522B822C3}" srcOrd="0" destOrd="0" parTransId="{947C7CA2-F0A1-B94F-A081-75EEFB2E7DF3}" sibTransId="{CE445456-08E7-1E45-88E5-A48648BF339F}"/>
    <dgm:cxn modelId="{1A9942D4-DE8F-3C41-A16A-A395DA0959DB}" srcId="{DF06C108-F815-754E-9C62-4C7E66884F67}" destId="{6F722563-D729-E541-9AD9-F64E7F2934AD}" srcOrd="1" destOrd="0" parTransId="{C16B21DA-7A4F-0F42-8ACC-F050C72C1093}" sibTransId="{9956C764-F297-674A-9121-62D0A0BDDC33}"/>
    <dgm:cxn modelId="{335534D5-25B4-5D4A-863A-2F55FE9694BD}" type="presOf" srcId="{FFAFD3A9-AE06-024D-A127-CC8A33121B69}" destId="{47F8AABD-5F12-5E4A-BC1C-3F647230AEC3}" srcOrd="0" destOrd="0" presId="urn:microsoft.com/office/officeart/2005/8/layout/hierarchy2"/>
    <dgm:cxn modelId="{17DC6CD8-B3F7-1743-BBB5-E752D0A388F6}" type="presOf" srcId="{02D84DA9-69D4-324A-B706-A97DD90B5E2B}" destId="{42624002-2D8A-4F42-BA08-05E0C26E6B79}" srcOrd="0" destOrd="0" presId="urn:microsoft.com/office/officeart/2005/8/layout/hierarchy2"/>
    <dgm:cxn modelId="{29C79AE1-4C99-7348-8BC3-B466A854F329}" srcId="{ECB96D58-02D3-294D-B488-8A7A07FA58E7}" destId="{18DEBDE4-AD3D-594E-A01D-13F7CE50CA8F}" srcOrd="1" destOrd="0" parTransId="{D35AE554-C24F-3149-A37D-EC8379B74C6A}" sibTransId="{8147629D-EEC0-0949-B525-0F149A0FDF76}"/>
    <dgm:cxn modelId="{5A36BEE1-7F46-6745-A583-511E1328F793}" srcId="{1AF93CA6-FB7A-DB49-A30C-1C8EBD6DC2DE}" destId="{E3775E21-B1F5-B240-AE0F-8E6F984E27CA}" srcOrd="1" destOrd="0" parTransId="{1C7C9320-0726-3B4C-BB75-A76E0078F090}" sibTransId="{912F1CCC-CADC-1443-926C-8BEFF49DD460}"/>
    <dgm:cxn modelId="{5AB81BE2-834C-B449-8185-D2D744E01A9E}" srcId="{344D0C35-8465-7144-B468-C0B34A732FFE}" destId="{1AF93CA6-FB7A-DB49-A30C-1C8EBD6DC2DE}" srcOrd="2" destOrd="0" parTransId="{E7A0B7A6-1AAD-3B44-BCF9-321BEE70DFF9}" sibTransId="{068DC2D6-7E34-B94E-8263-C8860F927D40}"/>
    <dgm:cxn modelId="{3459EAE5-ACC8-7A45-A07F-111EC6C053E7}" type="presOf" srcId="{257FC987-078B-2446-A530-8AD9576C5E42}" destId="{E7D2A805-3374-8344-92F6-52F5F90F51D3}" srcOrd="1" destOrd="0" presId="urn:microsoft.com/office/officeart/2005/8/layout/hierarchy2"/>
    <dgm:cxn modelId="{E64747E8-C11F-6B44-86D6-BF646316894F}" srcId="{ECB96D58-02D3-294D-B488-8A7A07FA58E7}" destId="{929B9CF1-4233-9F49-9E87-4D243BDB150D}" srcOrd="0" destOrd="0" parTransId="{02D84DA9-69D4-324A-B706-A97DD90B5E2B}" sibTransId="{69B153BE-E51F-614C-AE64-01DAB12478FA}"/>
    <dgm:cxn modelId="{BB1C9DE8-8D5D-004C-8A24-22BEC1078200}" type="presOf" srcId="{16B1410A-2356-4742-B5CC-98E754D9E9D3}" destId="{53AF24F9-43BB-A745-BE8F-76EA506E3DD1}" srcOrd="0" destOrd="0" presId="urn:microsoft.com/office/officeart/2005/8/layout/hierarchy2"/>
    <dgm:cxn modelId="{1906F6E9-5D72-3E49-83D1-3FBF7DD79C17}" srcId="{12737ABF-08A5-D047-BBAD-EC8DBE62C675}" destId="{87E6389C-2B8E-564F-A8EC-C11DF8935BFE}" srcOrd="1" destOrd="0" parTransId="{21081A77-3667-9B4F-9825-873CC6F05E96}" sibTransId="{19C49DD0-CF9F-D949-AFF0-B70612039908}"/>
    <dgm:cxn modelId="{ABB18FEB-28FD-2543-B4C0-6B7ECF6F01A8}" type="presOf" srcId="{B7391864-3106-E043-8EDB-EB0179CFE17A}" destId="{07B72209-74D2-1E47-8669-51412C4F61F2}" srcOrd="0" destOrd="0" presId="urn:microsoft.com/office/officeart/2005/8/layout/hierarchy2"/>
    <dgm:cxn modelId="{C39B9EEB-E022-BB47-B858-D896607DB750}" srcId="{B6DDBAC9-B242-EC46-977B-E5C461AD3A4C}" destId="{22202F28-205B-7A4F-A03F-52B181570149}" srcOrd="0" destOrd="0" parTransId="{B8346FCE-9043-1647-A4FB-0CB23E8849E4}" sibTransId="{BA50E105-256A-E34D-90F5-B0994E8E263F}"/>
    <dgm:cxn modelId="{E09FF2EC-C584-F14A-A375-F5E98B2BFD63}" type="presOf" srcId="{C3B3BED6-4B49-FB4A-A7E1-1E8522B822C3}" destId="{73BDDE51-D3E7-7F47-9EDD-C9BB33B11D82}" srcOrd="0" destOrd="0" presId="urn:microsoft.com/office/officeart/2005/8/layout/hierarchy2"/>
    <dgm:cxn modelId="{813223EE-389E-8D49-90CA-EDB4303808DB}" srcId="{1AF93CA6-FB7A-DB49-A30C-1C8EBD6DC2DE}" destId="{01D9021F-023C-FF4E-8D1D-69EA94A10535}" srcOrd="0" destOrd="0" parTransId="{D41C76A4-0A6A-5341-B41F-1C514063F769}" sibTransId="{FDCF1D12-4308-5F47-9654-4D19279BCB9C}"/>
    <dgm:cxn modelId="{524240EF-A9E5-3944-B8D8-566108E07839}" type="presOf" srcId="{87E6389C-2B8E-564F-A8EC-C11DF8935BFE}" destId="{7B0289E3-6B3D-CC48-BC3A-1F2181EF731E}" srcOrd="0" destOrd="0" presId="urn:microsoft.com/office/officeart/2005/8/layout/hierarchy2"/>
    <dgm:cxn modelId="{C3026F31-7087-B741-8CD0-E760ACA807C6}" type="presParOf" srcId="{0808389C-57EF-234B-92E7-7870D8C52731}" destId="{3EFA0923-798D-7B4F-A5C5-FFC578616775}" srcOrd="0" destOrd="0" presId="urn:microsoft.com/office/officeart/2005/8/layout/hierarchy2"/>
    <dgm:cxn modelId="{6E33430F-0E56-2548-AAE4-C3FA5259013D}" type="presParOf" srcId="{3EFA0923-798D-7B4F-A5C5-FFC578616775}" destId="{E2080D5D-D4D5-8D4E-B64D-35418B3E180D}" srcOrd="0" destOrd="0" presId="urn:microsoft.com/office/officeart/2005/8/layout/hierarchy2"/>
    <dgm:cxn modelId="{F902EF15-A2B7-EA46-896B-B9332CE4EE70}" type="presParOf" srcId="{3EFA0923-798D-7B4F-A5C5-FFC578616775}" destId="{6435D1C1-E9E6-4041-8A37-5B17C19ABE88}" srcOrd="1" destOrd="0" presId="urn:microsoft.com/office/officeart/2005/8/layout/hierarchy2"/>
    <dgm:cxn modelId="{7431CA27-35CA-D542-87E8-59431D146F10}" type="presParOf" srcId="{6435D1C1-E9E6-4041-8A37-5B17C19ABE88}" destId="{E041C508-52A7-AD48-8CE0-074222627BB0}" srcOrd="0" destOrd="0" presId="urn:microsoft.com/office/officeart/2005/8/layout/hierarchy2"/>
    <dgm:cxn modelId="{E57BAE3B-F213-7340-A41D-F17DF633F361}" type="presParOf" srcId="{E041C508-52A7-AD48-8CE0-074222627BB0}" destId="{69AF393B-A250-0340-8C89-034BF14122BC}" srcOrd="0" destOrd="0" presId="urn:microsoft.com/office/officeart/2005/8/layout/hierarchy2"/>
    <dgm:cxn modelId="{15AE8AB5-453A-8E47-92B0-08EB58F96B44}" type="presParOf" srcId="{6435D1C1-E9E6-4041-8A37-5B17C19ABE88}" destId="{C6ED99ED-4B06-0D4A-B6FE-C92F76731D3F}" srcOrd="1" destOrd="0" presId="urn:microsoft.com/office/officeart/2005/8/layout/hierarchy2"/>
    <dgm:cxn modelId="{BE06F4D2-3BA0-924D-9B5C-C483E33920B4}" type="presParOf" srcId="{C6ED99ED-4B06-0D4A-B6FE-C92F76731D3F}" destId="{07B72209-74D2-1E47-8669-51412C4F61F2}" srcOrd="0" destOrd="0" presId="urn:microsoft.com/office/officeart/2005/8/layout/hierarchy2"/>
    <dgm:cxn modelId="{4DBD4469-8EDE-4941-8FFA-D97A3AF71A20}" type="presParOf" srcId="{C6ED99ED-4B06-0D4A-B6FE-C92F76731D3F}" destId="{7175E978-80A7-EE43-A1F7-1461363E7C00}" srcOrd="1" destOrd="0" presId="urn:microsoft.com/office/officeart/2005/8/layout/hierarchy2"/>
    <dgm:cxn modelId="{3E95CC05-4AA1-824B-B043-F84013DCA6B3}" type="presParOf" srcId="{7175E978-80A7-EE43-A1F7-1461363E7C00}" destId="{47F8AABD-5F12-5E4A-BC1C-3F647230AEC3}" srcOrd="0" destOrd="0" presId="urn:microsoft.com/office/officeart/2005/8/layout/hierarchy2"/>
    <dgm:cxn modelId="{E8394CC9-FEC6-BC42-84CF-07EA7EF8FE62}" type="presParOf" srcId="{47F8AABD-5F12-5E4A-BC1C-3F647230AEC3}" destId="{CE814F58-5CC1-B34F-9A1D-04A6B02809F1}" srcOrd="0" destOrd="0" presId="urn:microsoft.com/office/officeart/2005/8/layout/hierarchy2"/>
    <dgm:cxn modelId="{2532F2C2-313B-3346-86E6-909443CAAB59}" type="presParOf" srcId="{7175E978-80A7-EE43-A1F7-1461363E7C00}" destId="{C09DFC51-082C-8B46-A7E8-92CB82D74F12}" srcOrd="1" destOrd="0" presId="urn:microsoft.com/office/officeart/2005/8/layout/hierarchy2"/>
    <dgm:cxn modelId="{3777AF51-B360-BA47-937C-EFB1897127F0}" type="presParOf" srcId="{C09DFC51-082C-8B46-A7E8-92CB82D74F12}" destId="{89E90A14-2BF3-214B-B5C3-50C54E0B8282}" srcOrd="0" destOrd="0" presId="urn:microsoft.com/office/officeart/2005/8/layout/hierarchy2"/>
    <dgm:cxn modelId="{08D5E4F5-1F50-A041-8A84-A51A258907FC}" type="presParOf" srcId="{C09DFC51-082C-8B46-A7E8-92CB82D74F12}" destId="{48D8697D-9445-7040-AEDC-28D6C585E219}" srcOrd="1" destOrd="0" presId="urn:microsoft.com/office/officeart/2005/8/layout/hierarchy2"/>
    <dgm:cxn modelId="{49000788-ED3E-B645-BE70-7DB13C9E9DF4}" type="presParOf" srcId="{48D8697D-9445-7040-AEDC-28D6C585E219}" destId="{42624002-2D8A-4F42-BA08-05E0C26E6B79}" srcOrd="0" destOrd="0" presId="urn:microsoft.com/office/officeart/2005/8/layout/hierarchy2"/>
    <dgm:cxn modelId="{A47A50F9-E867-1A4C-85E7-1FA52AAAB6F6}" type="presParOf" srcId="{42624002-2D8A-4F42-BA08-05E0C26E6B79}" destId="{9A4A14EE-0872-F745-92A0-D8F20596D00D}" srcOrd="0" destOrd="0" presId="urn:microsoft.com/office/officeart/2005/8/layout/hierarchy2"/>
    <dgm:cxn modelId="{32102530-17B1-3B44-98DA-A0AF51B61B99}" type="presParOf" srcId="{48D8697D-9445-7040-AEDC-28D6C585E219}" destId="{9CB240EC-3D0B-6B49-A89A-A62B82100EF7}" srcOrd="1" destOrd="0" presId="urn:microsoft.com/office/officeart/2005/8/layout/hierarchy2"/>
    <dgm:cxn modelId="{6972D357-2753-EF43-8589-B4335B083969}" type="presParOf" srcId="{9CB240EC-3D0B-6B49-A89A-A62B82100EF7}" destId="{AB45879E-2600-1D43-A272-AC1AB9E893F5}" srcOrd="0" destOrd="0" presId="urn:microsoft.com/office/officeart/2005/8/layout/hierarchy2"/>
    <dgm:cxn modelId="{F8EF21F8-B2E4-DA49-9DA7-5C7B6EA14637}" type="presParOf" srcId="{9CB240EC-3D0B-6B49-A89A-A62B82100EF7}" destId="{05277B86-3DF3-B844-A833-37111D2829B3}" srcOrd="1" destOrd="0" presId="urn:microsoft.com/office/officeart/2005/8/layout/hierarchy2"/>
    <dgm:cxn modelId="{4017DF81-803A-424C-8814-21A0D05510B6}" type="presParOf" srcId="{48D8697D-9445-7040-AEDC-28D6C585E219}" destId="{4DF19C0B-895E-9B43-8A7D-17D3ED5BFF21}" srcOrd="2" destOrd="0" presId="urn:microsoft.com/office/officeart/2005/8/layout/hierarchy2"/>
    <dgm:cxn modelId="{4D740F11-027E-BC42-8C0E-D6EEA49B8AA2}" type="presParOf" srcId="{4DF19C0B-895E-9B43-8A7D-17D3ED5BFF21}" destId="{6388E643-443A-9E49-9040-96167F4B6991}" srcOrd="0" destOrd="0" presId="urn:microsoft.com/office/officeart/2005/8/layout/hierarchy2"/>
    <dgm:cxn modelId="{E0FC5D3A-EE3D-BC40-A7AE-3F868136BA4B}" type="presParOf" srcId="{48D8697D-9445-7040-AEDC-28D6C585E219}" destId="{11ACA25C-E97C-954E-BF13-019B93170577}" srcOrd="3" destOrd="0" presId="urn:microsoft.com/office/officeart/2005/8/layout/hierarchy2"/>
    <dgm:cxn modelId="{3EAC101E-1BA8-8D42-B314-82D38477C4D2}" type="presParOf" srcId="{11ACA25C-E97C-954E-BF13-019B93170577}" destId="{DD1AD1C5-75DB-9D4E-8B7F-1B07BF833B95}" srcOrd="0" destOrd="0" presId="urn:microsoft.com/office/officeart/2005/8/layout/hierarchy2"/>
    <dgm:cxn modelId="{A711A2CA-36A7-E04E-9607-42EDEC18C580}" type="presParOf" srcId="{11ACA25C-E97C-954E-BF13-019B93170577}" destId="{B1382B7B-345A-1F45-B046-8DDAAFD3443F}" srcOrd="1" destOrd="0" presId="urn:microsoft.com/office/officeart/2005/8/layout/hierarchy2"/>
    <dgm:cxn modelId="{A1B6EB59-06D7-3547-9861-809BB4EBD505}" type="presParOf" srcId="{B1382B7B-345A-1F45-B046-8DDAAFD3443F}" destId="{47B23043-8266-CA41-8BB4-05B55AA3E450}" srcOrd="0" destOrd="0" presId="urn:microsoft.com/office/officeart/2005/8/layout/hierarchy2"/>
    <dgm:cxn modelId="{1D3585FA-6ECF-4042-BD57-C075D5EE2F74}" type="presParOf" srcId="{47B23043-8266-CA41-8BB4-05B55AA3E450}" destId="{1F5AD30F-8F49-4944-829D-56EDC501FFF5}" srcOrd="0" destOrd="0" presId="urn:microsoft.com/office/officeart/2005/8/layout/hierarchy2"/>
    <dgm:cxn modelId="{CAED47F0-0B04-0B47-8897-B7A7C1C5D23A}" type="presParOf" srcId="{B1382B7B-345A-1F45-B046-8DDAAFD3443F}" destId="{B62941D1-CC4B-1046-AABF-0B4D8BD12C8A}" srcOrd="1" destOrd="0" presId="urn:microsoft.com/office/officeart/2005/8/layout/hierarchy2"/>
    <dgm:cxn modelId="{651A3892-0E03-4247-A5E3-DE01C9A9DA48}" type="presParOf" srcId="{B62941D1-CC4B-1046-AABF-0B4D8BD12C8A}" destId="{DFC57F9C-7CC4-3D4E-BF46-97CDB7E85171}" srcOrd="0" destOrd="0" presId="urn:microsoft.com/office/officeart/2005/8/layout/hierarchy2"/>
    <dgm:cxn modelId="{20781F97-FA0B-2340-A2D2-C44D15D7A66F}" type="presParOf" srcId="{B62941D1-CC4B-1046-AABF-0B4D8BD12C8A}" destId="{0AEC2761-2ECE-6B43-998F-27550ECD7EBF}" srcOrd="1" destOrd="0" presId="urn:microsoft.com/office/officeart/2005/8/layout/hierarchy2"/>
    <dgm:cxn modelId="{46DACD9F-5309-6C41-B155-72377F72E7DD}" type="presParOf" srcId="{B1382B7B-345A-1F45-B046-8DDAAFD3443F}" destId="{AFFA34D1-5720-684B-9D0E-56E0E2860899}" srcOrd="2" destOrd="0" presId="urn:microsoft.com/office/officeart/2005/8/layout/hierarchy2"/>
    <dgm:cxn modelId="{D1C71FD7-6F66-EA48-AB61-4CF9E784F10A}" type="presParOf" srcId="{AFFA34D1-5720-684B-9D0E-56E0E2860899}" destId="{CCDD4376-C930-7944-B037-38B34E0C11D6}" srcOrd="0" destOrd="0" presId="urn:microsoft.com/office/officeart/2005/8/layout/hierarchy2"/>
    <dgm:cxn modelId="{8A774C64-1B14-9848-9C6C-F1358556273B}" type="presParOf" srcId="{B1382B7B-345A-1F45-B046-8DDAAFD3443F}" destId="{B7BE2A4F-D54E-9040-84F2-60FFDAA200EE}" srcOrd="3" destOrd="0" presId="urn:microsoft.com/office/officeart/2005/8/layout/hierarchy2"/>
    <dgm:cxn modelId="{AF5D4A6B-782E-AF4A-B08D-7AAD34EFB18C}" type="presParOf" srcId="{B7BE2A4F-D54E-9040-84F2-60FFDAA200EE}" destId="{1C000EFB-BF36-4644-8723-3968FF921D12}" srcOrd="0" destOrd="0" presId="urn:microsoft.com/office/officeart/2005/8/layout/hierarchy2"/>
    <dgm:cxn modelId="{5A1ABEF5-5CB8-9C48-A038-5E01CBD6AA25}" type="presParOf" srcId="{B7BE2A4F-D54E-9040-84F2-60FFDAA200EE}" destId="{C562E48B-1DC2-B242-9D52-E1909FB57CB8}" srcOrd="1" destOrd="0" presId="urn:microsoft.com/office/officeart/2005/8/layout/hierarchy2"/>
    <dgm:cxn modelId="{9CB639E6-6FB3-5841-8C34-AA133A3B1674}" type="presParOf" srcId="{7175E978-80A7-EE43-A1F7-1461363E7C00}" destId="{72CAF699-B854-8A42-9FF8-5C523911729A}" srcOrd="2" destOrd="0" presId="urn:microsoft.com/office/officeart/2005/8/layout/hierarchy2"/>
    <dgm:cxn modelId="{9F0A04BA-0D19-574D-9B46-423239813ABA}" type="presParOf" srcId="{72CAF699-B854-8A42-9FF8-5C523911729A}" destId="{8F1C4B42-1F46-AB44-8622-F677F27BB8C8}" srcOrd="0" destOrd="0" presId="urn:microsoft.com/office/officeart/2005/8/layout/hierarchy2"/>
    <dgm:cxn modelId="{A8162EF5-471B-264D-A4CB-87FD4F6E5EDF}" type="presParOf" srcId="{7175E978-80A7-EE43-A1F7-1461363E7C00}" destId="{B8C2C53A-8B1B-B042-A7EF-BC5417D268D2}" srcOrd="3" destOrd="0" presId="urn:microsoft.com/office/officeart/2005/8/layout/hierarchy2"/>
    <dgm:cxn modelId="{A0B594E8-3C55-3F4C-A755-FAE1C13F0F75}" type="presParOf" srcId="{B8C2C53A-8B1B-B042-A7EF-BC5417D268D2}" destId="{9CF67940-387B-9041-8CED-584CC6DC0FD9}" srcOrd="0" destOrd="0" presId="urn:microsoft.com/office/officeart/2005/8/layout/hierarchy2"/>
    <dgm:cxn modelId="{4B3F38C8-B4EC-AA4D-97E8-99A4A9FFC6E4}" type="presParOf" srcId="{B8C2C53A-8B1B-B042-A7EF-BC5417D268D2}" destId="{A405B415-1CEE-3944-8AC2-FF9C66D336C7}" srcOrd="1" destOrd="0" presId="urn:microsoft.com/office/officeart/2005/8/layout/hierarchy2"/>
    <dgm:cxn modelId="{B8F03118-E396-2C4D-9D8C-0FBE6B8C61E5}" type="presParOf" srcId="{A405B415-1CEE-3944-8AC2-FF9C66D336C7}" destId="{53AF24F9-43BB-A745-BE8F-76EA506E3DD1}" srcOrd="0" destOrd="0" presId="urn:microsoft.com/office/officeart/2005/8/layout/hierarchy2"/>
    <dgm:cxn modelId="{913315E5-E8D2-964D-AF27-3D24C7682055}" type="presParOf" srcId="{53AF24F9-43BB-A745-BE8F-76EA506E3DD1}" destId="{528625BF-0613-5448-9433-540E6893037F}" srcOrd="0" destOrd="0" presId="urn:microsoft.com/office/officeart/2005/8/layout/hierarchy2"/>
    <dgm:cxn modelId="{5E83E10E-4A5D-4F48-8309-9779F01F2784}" type="presParOf" srcId="{A405B415-1CEE-3944-8AC2-FF9C66D336C7}" destId="{4FA06589-B517-7D48-BDA1-1BD994D46702}" srcOrd="1" destOrd="0" presId="urn:microsoft.com/office/officeart/2005/8/layout/hierarchy2"/>
    <dgm:cxn modelId="{13C7283A-630A-DA46-995E-B111516CB42C}" type="presParOf" srcId="{4FA06589-B517-7D48-BDA1-1BD994D46702}" destId="{02423DFD-6BB4-CE4A-909B-5213B247751A}" srcOrd="0" destOrd="0" presId="urn:microsoft.com/office/officeart/2005/8/layout/hierarchy2"/>
    <dgm:cxn modelId="{E93B60AD-1AD6-EA43-8ABA-579DABC5CE5B}" type="presParOf" srcId="{4FA06589-B517-7D48-BDA1-1BD994D46702}" destId="{43213035-0CAB-FB47-9889-9812ED66A64A}" srcOrd="1" destOrd="0" presId="urn:microsoft.com/office/officeart/2005/8/layout/hierarchy2"/>
    <dgm:cxn modelId="{AC33358D-805A-FA44-AD1F-F6785ABAB1D7}" type="presParOf" srcId="{43213035-0CAB-FB47-9889-9812ED66A64A}" destId="{E1D2DC2E-EC76-BC4D-8C81-0EB3F8B19DD2}" srcOrd="0" destOrd="0" presId="urn:microsoft.com/office/officeart/2005/8/layout/hierarchy2"/>
    <dgm:cxn modelId="{4F50DF12-DA4A-FE40-9B24-8F16C1B2472F}" type="presParOf" srcId="{E1D2DC2E-EC76-BC4D-8C81-0EB3F8B19DD2}" destId="{61D46A52-6CC4-F447-802E-EF1F361EE131}" srcOrd="0" destOrd="0" presId="urn:microsoft.com/office/officeart/2005/8/layout/hierarchy2"/>
    <dgm:cxn modelId="{C4107D76-A10A-DE47-98D0-62777DA30BBD}" type="presParOf" srcId="{43213035-0CAB-FB47-9889-9812ED66A64A}" destId="{07EDC2A0-2286-9949-87C9-7DF4B8EEE861}" srcOrd="1" destOrd="0" presId="urn:microsoft.com/office/officeart/2005/8/layout/hierarchy2"/>
    <dgm:cxn modelId="{A36800BC-E505-0F4A-A164-F25FDB64574D}" type="presParOf" srcId="{07EDC2A0-2286-9949-87C9-7DF4B8EEE861}" destId="{73BDDE51-D3E7-7F47-9EDD-C9BB33B11D82}" srcOrd="0" destOrd="0" presId="urn:microsoft.com/office/officeart/2005/8/layout/hierarchy2"/>
    <dgm:cxn modelId="{A4306B4A-8B6F-5844-9A6E-B8F58605C8F1}" type="presParOf" srcId="{07EDC2A0-2286-9949-87C9-7DF4B8EEE861}" destId="{EAB1093F-C78D-0142-9BBA-120CE9B9687F}" srcOrd="1" destOrd="0" presId="urn:microsoft.com/office/officeart/2005/8/layout/hierarchy2"/>
    <dgm:cxn modelId="{F7571808-D80D-074D-82C5-65FA9EA19AB0}" type="presParOf" srcId="{43213035-0CAB-FB47-9889-9812ED66A64A}" destId="{ABFC033E-B7D9-5D44-96A3-08FD37753EF6}" srcOrd="2" destOrd="0" presId="urn:microsoft.com/office/officeart/2005/8/layout/hierarchy2"/>
    <dgm:cxn modelId="{2DE9C9B8-608D-EF4F-AA94-119FD520C9B8}" type="presParOf" srcId="{ABFC033E-B7D9-5D44-96A3-08FD37753EF6}" destId="{799C3DC0-4DAB-8949-BC93-9946704542B6}" srcOrd="0" destOrd="0" presId="urn:microsoft.com/office/officeart/2005/8/layout/hierarchy2"/>
    <dgm:cxn modelId="{8DAC381A-A7BF-5A44-BB59-B17237A52DCE}" type="presParOf" srcId="{43213035-0CAB-FB47-9889-9812ED66A64A}" destId="{465AF9D3-EE72-F64B-9537-1F14EABFD13F}" srcOrd="3" destOrd="0" presId="urn:microsoft.com/office/officeart/2005/8/layout/hierarchy2"/>
    <dgm:cxn modelId="{150F9D29-FD4B-D54C-8E41-CB37972D7AB6}" type="presParOf" srcId="{465AF9D3-EE72-F64B-9537-1F14EABFD13F}" destId="{9204226D-522D-5649-80AD-6E3A0181A7D2}" srcOrd="0" destOrd="0" presId="urn:microsoft.com/office/officeart/2005/8/layout/hierarchy2"/>
    <dgm:cxn modelId="{CA0A6D9B-5EE8-7648-B8DB-EFC276ACAE62}" type="presParOf" srcId="{465AF9D3-EE72-F64B-9537-1F14EABFD13F}" destId="{8A6987D5-A017-B24B-BB6F-9266A4B86D3B}" srcOrd="1" destOrd="0" presId="urn:microsoft.com/office/officeart/2005/8/layout/hierarchy2"/>
    <dgm:cxn modelId="{C9FA5A78-A0B3-8B45-9CAF-0E252FB5CB0C}" type="presParOf" srcId="{6435D1C1-E9E6-4041-8A37-5B17C19ABE88}" destId="{2E954A43-9122-B84C-B342-DE9383F57800}" srcOrd="2" destOrd="0" presId="urn:microsoft.com/office/officeart/2005/8/layout/hierarchy2"/>
    <dgm:cxn modelId="{09345053-2C61-5F49-905D-8CA4F8319267}" type="presParOf" srcId="{2E954A43-9122-B84C-B342-DE9383F57800}" destId="{49728E1A-8A35-9C42-B6FE-D0A935D4085F}" srcOrd="0" destOrd="0" presId="urn:microsoft.com/office/officeart/2005/8/layout/hierarchy2"/>
    <dgm:cxn modelId="{20A69BF3-DE94-A54F-B4F7-1CA44E0D2336}" type="presParOf" srcId="{6435D1C1-E9E6-4041-8A37-5B17C19ABE88}" destId="{2F776CA8-DE96-2441-89CC-7DA0D65A332C}" srcOrd="3" destOrd="0" presId="urn:microsoft.com/office/officeart/2005/8/layout/hierarchy2"/>
    <dgm:cxn modelId="{74E77443-1306-FE4D-ACEE-705A1880B75D}" type="presParOf" srcId="{2F776CA8-DE96-2441-89CC-7DA0D65A332C}" destId="{C928F4F3-596F-C14E-92F3-0466D11E0710}" srcOrd="0" destOrd="0" presId="urn:microsoft.com/office/officeart/2005/8/layout/hierarchy2"/>
    <dgm:cxn modelId="{CE6D09F6-7926-A546-A334-D6ECC0BEB82D}" type="presParOf" srcId="{2F776CA8-DE96-2441-89CC-7DA0D65A332C}" destId="{95888C42-2AEA-964F-A94D-2E7E8DDD3256}" srcOrd="1" destOrd="0" presId="urn:microsoft.com/office/officeart/2005/8/layout/hierarchy2"/>
    <dgm:cxn modelId="{3CD743CF-8562-7C49-89A4-CEA9984E07CB}" type="presParOf" srcId="{95888C42-2AEA-964F-A94D-2E7E8DDD3256}" destId="{B7E0A162-52E0-9E4A-9233-421BDA8874C0}" srcOrd="0" destOrd="0" presId="urn:microsoft.com/office/officeart/2005/8/layout/hierarchy2"/>
    <dgm:cxn modelId="{518A4AAF-5E76-204A-A020-FC81BA0148D1}" type="presParOf" srcId="{B7E0A162-52E0-9E4A-9233-421BDA8874C0}" destId="{6AF997A9-BC49-5C45-BDC4-B52E1656FD40}" srcOrd="0" destOrd="0" presId="urn:microsoft.com/office/officeart/2005/8/layout/hierarchy2"/>
    <dgm:cxn modelId="{6A7B1748-CA92-1B41-88E3-22F97D837150}" type="presParOf" srcId="{95888C42-2AEA-964F-A94D-2E7E8DDD3256}" destId="{FA2472C9-2908-7E4E-9330-6EB6FD496E20}" srcOrd="1" destOrd="0" presId="urn:microsoft.com/office/officeart/2005/8/layout/hierarchy2"/>
    <dgm:cxn modelId="{973476EC-0384-FB47-8493-908E21868444}" type="presParOf" srcId="{FA2472C9-2908-7E4E-9330-6EB6FD496E20}" destId="{F61810EF-99FC-8D4D-B24C-D36634F689B1}" srcOrd="0" destOrd="0" presId="urn:microsoft.com/office/officeart/2005/8/layout/hierarchy2"/>
    <dgm:cxn modelId="{DB52CCAB-28FC-9848-A0FA-F436D3168785}" type="presParOf" srcId="{FA2472C9-2908-7E4E-9330-6EB6FD496E20}" destId="{56C50E1C-19B6-5C47-B52F-DF40E68FA7F4}" srcOrd="1" destOrd="0" presId="urn:microsoft.com/office/officeart/2005/8/layout/hierarchy2"/>
    <dgm:cxn modelId="{88DB0CCD-6E0D-6840-8C3C-291F57D57CBD}" type="presParOf" srcId="{56C50E1C-19B6-5C47-B52F-DF40E68FA7F4}" destId="{FDCED5B7-F524-A54F-88ED-D9EEBE7C4139}" srcOrd="0" destOrd="0" presId="urn:microsoft.com/office/officeart/2005/8/layout/hierarchy2"/>
    <dgm:cxn modelId="{EF718FAE-3D45-4C4F-BE31-1B7907A4FAE1}" type="presParOf" srcId="{FDCED5B7-F524-A54F-88ED-D9EEBE7C4139}" destId="{D2DE4F1F-2B66-784B-8E6F-3665616EB0F6}" srcOrd="0" destOrd="0" presId="urn:microsoft.com/office/officeart/2005/8/layout/hierarchy2"/>
    <dgm:cxn modelId="{8C2FBDEA-695D-2B4D-B7FF-78F9056FE895}" type="presParOf" srcId="{56C50E1C-19B6-5C47-B52F-DF40E68FA7F4}" destId="{37FB1B2D-E61B-5D4F-87E7-61C49C6C1A81}" srcOrd="1" destOrd="0" presId="urn:microsoft.com/office/officeart/2005/8/layout/hierarchy2"/>
    <dgm:cxn modelId="{FBEDF6A2-C90F-AC41-BF1D-1FF5CD6307DC}" type="presParOf" srcId="{37FB1B2D-E61B-5D4F-87E7-61C49C6C1A81}" destId="{27A3A770-8E52-404E-B85D-AC7D3B3B84E8}" srcOrd="0" destOrd="0" presId="urn:microsoft.com/office/officeart/2005/8/layout/hierarchy2"/>
    <dgm:cxn modelId="{314630C9-A6BF-DE47-A929-9D6D2750166E}" type="presParOf" srcId="{37FB1B2D-E61B-5D4F-87E7-61C49C6C1A81}" destId="{FF71946A-FD1E-1E46-B7B7-CF0F9DF13B86}" srcOrd="1" destOrd="0" presId="urn:microsoft.com/office/officeart/2005/8/layout/hierarchy2"/>
    <dgm:cxn modelId="{D55360DF-7155-944E-92DB-A5A47115967A}" type="presParOf" srcId="{56C50E1C-19B6-5C47-B52F-DF40E68FA7F4}" destId="{023EEE43-30CC-B244-A39C-830DEB5E8BC1}" srcOrd="2" destOrd="0" presId="urn:microsoft.com/office/officeart/2005/8/layout/hierarchy2"/>
    <dgm:cxn modelId="{5FB2461E-0319-A94D-81AD-67DC49013CDD}" type="presParOf" srcId="{023EEE43-30CC-B244-A39C-830DEB5E8BC1}" destId="{D7FE0AD8-970B-D746-9CEB-60D35CA53EFF}" srcOrd="0" destOrd="0" presId="urn:microsoft.com/office/officeart/2005/8/layout/hierarchy2"/>
    <dgm:cxn modelId="{437F6C39-5B9A-C340-81C7-A97C4DF7A694}" type="presParOf" srcId="{56C50E1C-19B6-5C47-B52F-DF40E68FA7F4}" destId="{6D5C58B9-5E1E-9048-81FD-A9704E62FB53}" srcOrd="3" destOrd="0" presId="urn:microsoft.com/office/officeart/2005/8/layout/hierarchy2"/>
    <dgm:cxn modelId="{F4B10338-E4B9-3740-A532-4AAC838E51B6}" type="presParOf" srcId="{6D5C58B9-5E1E-9048-81FD-A9704E62FB53}" destId="{7B0289E3-6B3D-CC48-BC3A-1F2181EF731E}" srcOrd="0" destOrd="0" presId="urn:microsoft.com/office/officeart/2005/8/layout/hierarchy2"/>
    <dgm:cxn modelId="{2525F7A2-6006-6F47-B1FB-DF2CF6426301}" type="presParOf" srcId="{6D5C58B9-5E1E-9048-81FD-A9704E62FB53}" destId="{3122E3FF-F2D8-034C-BF8E-9DAD558976DF}" srcOrd="1" destOrd="0" presId="urn:microsoft.com/office/officeart/2005/8/layout/hierarchy2"/>
    <dgm:cxn modelId="{E57DF969-5379-D04A-A7C6-3193105EFBDF}" type="presParOf" srcId="{95888C42-2AEA-964F-A94D-2E7E8DDD3256}" destId="{F407A4F5-7A8D-9249-9EB1-3F8B9260D16A}" srcOrd="2" destOrd="0" presId="urn:microsoft.com/office/officeart/2005/8/layout/hierarchy2"/>
    <dgm:cxn modelId="{819F2448-9807-664F-A09B-E6FD474FA27D}" type="presParOf" srcId="{F407A4F5-7A8D-9249-9EB1-3F8B9260D16A}" destId="{3D752797-B917-C04D-9A69-9C2F3CE3D7CF}" srcOrd="0" destOrd="0" presId="urn:microsoft.com/office/officeart/2005/8/layout/hierarchy2"/>
    <dgm:cxn modelId="{ADA4C963-9A0C-3E46-A061-80E13754A2C6}" type="presParOf" srcId="{95888C42-2AEA-964F-A94D-2E7E8DDD3256}" destId="{2DC19626-BE1F-9B48-8348-C7DE8272A040}" srcOrd="3" destOrd="0" presId="urn:microsoft.com/office/officeart/2005/8/layout/hierarchy2"/>
    <dgm:cxn modelId="{1382FA95-8D7E-B647-A9D2-5B6F8843434A}" type="presParOf" srcId="{2DC19626-BE1F-9B48-8348-C7DE8272A040}" destId="{9954F17A-FAD1-824A-B854-BB6AEC69639A}" srcOrd="0" destOrd="0" presId="urn:microsoft.com/office/officeart/2005/8/layout/hierarchy2"/>
    <dgm:cxn modelId="{4F987D1B-68A1-DE45-B738-31C9B12F148F}" type="presParOf" srcId="{2DC19626-BE1F-9B48-8348-C7DE8272A040}" destId="{A161E0A3-2A5E-024B-ADCA-3443789B8C3E}" srcOrd="1" destOrd="0" presId="urn:microsoft.com/office/officeart/2005/8/layout/hierarchy2"/>
    <dgm:cxn modelId="{97678466-3D3F-544A-B9C2-8638D9421DB2}" type="presParOf" srcId="{A161E0A3-2A5E-024B-ADCA-3443789B8C3E}" destId="{87C23F8E-7516-4F45-8659-B1B3446301FA}" srcOrd="0" destOrd="0" presId="urn:microsoft.com/office/officeart/2005/8/layout/hierarchy2"/>
    <dgm:cxn modelId="{D1B283FF-4023-AD4B-8600-739585480A1E}" type="presParOf" srcId="{87C23F8E-7516-4F45-8659-B1B3446301FA}" destId="{AD8D8F2C-3410-0D45-9619-97F95E4522C1}" srcOrd="0" destOrd="0" presId="urn:microsoft.com/office/officeart/2005/8/layout/hierarchy2"/>
    <dgm:cxn modelId="{8B915F5E-94BC-5C44-B91B-8609E2F35996}" type="presParOf" srcId="{A161E0A3-2A5E-024B-ADCA-3443789B8C3E}" destId="{52CF701D-6972-7F4B-87E2-1FD30F26C562}" srcOrd="1" destOrd="0" presId="urn:microsoft.com/office/officeart/2005/8/layout/hierarchy2"/>
    <dgm:cxn modelId="{259FC32E-CE87-EC46-8DF6-7AA57338C500}" type="presParOf" srcId="{52CF701D-6972-7F4B-87E2-1FD30F26C562}" destId="{6C3014FE-3CA9-0346-BC15-5FADD688E33A}" srcOrd="0" destOrd="0" presId="urn:microsoft.com/office/officeart/2005/8/layout/hierarchy2"/>
    <dgm:cxn modelId="{B5064442-7329-F349-886F-3A1F382303F5}" type="presParOf" srcId="{52CF701D-6972-7F4B-87E2-1FD30F26C562}" destId="{E0495A04-9BB2-2B4B-9E2B-1B457A984D61}" srcOrd="1" destOrd="0" presId="urn:microsoft.com/office/officeart/2005/8/layout/hierarchy2"/>
    <dgm:cxn modelId="{4F28078B-EFA6-F143-BBC6-67D447363B97}" type="presParOf" srcId="{A161E0A3-2A5E-024B-ADCA-3443789B8C3E}" destId="{432C4B93-52F0-924A-9DD4-29C926DE10DF}" srcOrd="2" destOrd="0" presId="urn:microsoft.com/office/officeart/2005/8/layout/hierarchy2"/>
    <dgm:cxn modelId="{59B809BD-9930-A646-8D3B-919D69378455}" type="presParOf" srcId="{432C4B93-52F0-924A-9DD4-29C926DE10DF}" destId="{C204E7D5-3332-CB41-9A90-0670EDC3533B}" srcOrd="0" destOrd="0" presId="urn:microsoft.com/office/officeart/2005/8/layout/hierarchy2"/>
    <dgm:cxn modelId="{4CDF02E0-B01A-4E43-83D9-668BCADCA31B}" type="presParOf" srcId="{A161E0A3-2A5E-024B-ADCA-3443789B8C3E}" destId="{7C4803A9-781C-1F41-826D-2D5485FEA701}" srcOrd="3" destOrd="0" presId="urn:microsoft.com/office/officeart/2005/8/layout/hierarchy2"/>
    <dgm:cxn modelId="{07D57A50-F81E-D649-9BEB-FE054C7C0951}" type="presParOf" srcId="{7C4803A9-781C-1F41-826D-2D5485FEA701}" destId="{2FEEF11A-595B-5240-BC78-0793D35F18EE}" srcOrd="0" destOrd="0" presId="urn:microsoft.com/office/officeart/2005/8/layout/hierarchy2"/>
    <dgm:cxn modelId="{1503009E-ED8E-FA40-9F6C-B5D2B9637E9B}" type="presParOf" srcId="{7C4803A9-781C-1F41-826D-2D5485FEA701}" destId="{09491173-1F27-C44F-8991-4E238E52ACCC}" srcOrd="1" destOrd="0" presId="urn:microsoft.com/office/officeart/2005/8/layout/hierarchy2"/>
    <dgm:cxn modelId="{09919E8A-C6C2-B74A-A4CA-D0121DA5D275}" type="presParOf" srcId="{95888C42-2AEA-964F-A94D-2E7E8DDD3256}" destId="{B72C0711-3946-0845-A9DF-58B2E8D6D2AA}" srcOrd="4" destOrd="0" presId="urn:microsoft.com/office/officeart/2005/8/layout/hierarchy2"/>
    <dgm:cxn modelId="{7C14D411-9262-F54E-8D5A-DC1276C43DA9}" type="presParOf" srcId="{B72C0711-3946-0845-A9DF-58B2E8D6D2AA}" destId="{67E25E2A-EBDC-2E45-864A-859E1A06520E}" srcOrd="0" destOrd="0" presId="urn:microsoft.com/office/officeart/2005/8/layout/hierarchy2"/>
    <dgm:cxn modelId="{4F51C00D-A8EF-4440-896E-AE9009690130}" type="presParOf" srcId="{95888C42-2AEA-964F-A94D-2E7E8DDD3256}" destId="{F07AB9B1-E9F0-AA4B-9F4C-AEA6B10E93AD}" srcOrd="5" destOrd="0" presId="urn:microsoft.com/office/officeart/2005/8/layout/hierarchy2"/>
    <dgm:cxn modelId="{7F3BC08C-36BA-5B41-9898-A8D7D8F91C9C}" type="presParOf" srcId="{F07AB9B1-E9F0-AA4B-9F4C-AEA6B10E93AD}" destId="{7878A87B-BA0F-7C4F-BA23-5C3CB7BBD52E}" srcOrd="0" destOrd="0" presId="urn:microsoft.com/office/officeart/2005/8/layout/hierarchy2"/>
    <dgm:cxn modelId="{B551D7DE-8FE0-5145-B498-FE9A57725EF5}" type="presParOf" srcId="{F07AB9B1-E9F0-AA4B-9F4C-AEA6B10E93AD}" destId="{E58F8DDC-0A54-2D4C-8F0E-1EC06DA8A0F0}" srcOrd="1" destOrd="0" presId="urn:microsoft.com/office/officeart/2005/8/layout/hierarchy2"/>
    <dgm:cxn modelId="{8C123DE0-04F7-C34E-B15D-2891AB7110A5}" type="presParOf" srcId="{E58F8DDC-0A54-2D4C-8F0E-1EC06DA8A0F0}" destId="{EDC3FAD5-471C-EC46-9E27-0EBC485CFA38}" srcOrd="0" destOrd="0" presId="urn:microsoft.com/office/officeart/2005/8/layout/hierarchy2"/>
    <dgm:cxn modelId="{2FA802B8-3F56-B04D-B5CD-8CF69AEF6120}" type="presParOf" srcId="{EDC3FAD5-471C-EC46-9E27-0EBC485CFA38}" destId="{B2946A60-63EA-5B4C-839B-C3ADAFF5C23B}" srcOrd="0" destOrd="0" presId="urn:microsoft.com/office/officeart/2005/8/layout/hierarchy2"/>
    <dgm:cxn modelId="{FC6048AC-AF9D-2640-9E3E-D1CE30C0A9E0}" type="presParOf" srcId="{E58F8DDC-0A54-2D4C-8F0E-1EC06DA8A0F0}" destId="{0D7340F9-154E-024A-B2D3-8D1A13E9F44F}" srcOrd="1" destOrd="0" presId="urn:microsoft.com/office/officeart/2005/8/layout/hierarchy2"/>
    <dgm:cxn modelId="{D079588B-B32F-3C49-AE87-22F903E056E0}" type="presParOf" srcId="{0D7340F9-154E-024A-B2D3-8D1A13E9F44F}" destId="{41D28F2B-72F6-7A4D-8706-ED8852AD20FB}" srcOrd="0" destOrd="0" presId="urn:microsoft.com/office/officeart/2005/8/layout/hierarchy2"/>
    <dgm:cxn modelId="{3CBF99CF-D1E6-5C49-8BBB-D1D6756E3E14}" type="presParOf" srcId="{0D7340F9-154E-024A-B2D3-8D1A13E9F44F}" destId="{496C6E31-A918-3B4A-B401-9899E8871871}" srcOrd="1" destOrd="0" presId="urn:microsoft.com/office/officeart/2005/8/layout/hierarchy2"/>
    <dgm:cxn modelId="{28BE5C71-8CFA-B449-AC4A-4DCC6AC52415}" type="presParOf" srcId="{496C6E31-A918-3B4A-B401-9899E8871871}" destId="{3F95FD28-CECC-B04A-AA91-6DF83557151A}" srcOrd="0" destOrd="0" presId="urn:microsoft.com/office/officeart/2005/8/layout/hierarchy2"/>
    <dgm:cxn modelId="{539FD678-42DC-0240-95F8-6203D4D731F0}" type="presParOf" srcId="{3F95FD28-CECC-B04A-AA91-6DF83557151A}" destId="{E7D2A805-3374-8344-92F6-52F5F90F51D3}" srcOrd="0" destOrd="0" presId="urn:microsoft.com/office/officeart/2005/8/layout/hierarchy2"/>
    <dgm:cxn modelId="{370D362E-7445-3641-B653-8194A90D8DB5}" type="presParOf" srcId="{496C6E31-A918-3B4A-B401-9899E8871871}" destId="{5127BBC9-C407-9241-AB88-051A2D66FAE0}" srcOrd="1" destOrd="0" presId="urn:microsoft.com/office/officeart/2005/8/layout/hierarchy2"/>
    <dgm:cxn modelId="{277AF15B-9030-C649-82CD-EA840C88DA62}" type="presParOf" srcId="{5127BBC9-C407-9241-AB88-051A2D66FAE0}" destId="{C111D3F2-1965-6445-9B1D-BE0E4C06E7F4}" srcOrd="0" destOrd="0" presId="urn:microsoft.com/office/officeart/2005/8/layout/hierarchy2"/>
    <dgm:cxn modelId="{00D3F833-C4F5-9E4F-948A-C577FC5FD04E}" type="presParOf" srcId="{5127BBC9-C407-9241-AB88-051A2D66FAE0}" destId="{C21255C9-C4FF-314D-843C-F172347063A2}" srcOrd="1" destOrd="0" presId="urn:microsoft.com/office/officeart/2005/8/layout/hierarchy2"/>
    <dgm:cxn modelId="{D93D6C3C-DDDD-ED47-8C3A-407FEA62589A}" type="presParOf" srcId="{E58F8DDC-0A54-2D4C-8F0E-1EC06DA8A0F0}" destId="{8B6C7378-8867-504F-97F3-4F3E1CA355AD}" srcOrd="2" destOrd="0" presId="urn:microsoft.com/office/officeart/2005/8/layout/hierarchy2"/>
    <dgm:cxn modelId="{CCC5CAAF-3AD2-0B41-A6AF-6B51B6639C86}" type="presParOf" srcId="{8B6C7378-8867-504F-97F3-4F3E1CA355AD}" destId="{B7F25B93-42D0-734F-9922-360284986A39}" srcOrd="0" destOrd="0" presId="urn:microsoft.com/office/officeart/2005/8/layout/hierarchy2"/>
    <dgm:cxn modelId="{5950E38A-5D03-7947-B32B-9B552E5E6A82}" type="presParOf" srcId="{E58F8DDC-0A54-2D4C-8F0E-1EC06DA8A0F0}" destId="{D712C87A-6966-BB47-9266-F59CED8AA829}" srcOrd="3" destOrd="0" presId="urn:microsoft.com/office/officeart/2005/8/layout/hierarchy2"/>
    <dgm:cxn modelId="{44BA3538-BC06-D240-8CCA-64579FF4996B}" type="presParOf" srcId="{D712C87A-6966-BB47-9266-F59CED8AA829}" destId="{5877B0FB-B17C-E64D-82EF-334DF929B73C}" srcOrd="0" destOrd="0" presId="urn:microsoft.com/office/officeart/2005/8/layout/hierarchy2"/>
    <dgm:cxn modelId="{99C9CAC5-318E-864D-9B75-89F4DC10A575}" type="presParOf" srcId="{D712C87A-6966-BB47-9266-F59CED8AA829}" destId="{E64A92A5-E8E2-4144-A6FE-99EE0BDD26D2}"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4E37E8-A93D-4CD9-AE3C-7E4181FEF86A}">
      <dsp:nvSpPr>
        <dsp:cNvPr id="0" name=""/>
        <dsp:cNvSpPr/>
      </dsp:nvSpPr>
      <dsp:spPr>
        <a:xfrm>
          <a:off x="0" y="229775"/>
          <a:ext cx="10733685" cy="58967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1. </a:t>
          </a:r>
          <a:r>
            <a:rPr lang="en-US" sz="2400" kern="1200" dirty="0" err="1"/>
            <a:t>Manhã</a:t>
          </a:r>
          <a:r>
            <a:rPr lang="en-US" sz="2400" kern="1200" dirty="0"/>
            <a:t> — </a:t>
          </a:r>
          <a:r>
            <a:rPr lang="en-US" sz="2400" kern="1200" dirty="0" err="1"/>
            <a:t>Introdução</a:t>
          </a:r>
          <a:r>
            <a:rPr lang="en-US" sz="2400" kern="1200" dirty="0"/>
            <a:t> à </a:t>
          </a:r>
          <a:r>
            <a:rPr lang="en-US" sz="2400" kern="1200" dirty="0" err="1"/>
            <a:t>modelagem</a:t>
          </a:r>
          <a:r>
            <a:rPr lang="en-US" sz="2400" kern="1200" dirty="0"/>
            <a:t> </a:t>
          </a:r>
          <a:r>
            <a:rPr lang="en-US" sz="2400" kern="1200" dirty="0" err="1"/>
            <a:t>fotovoltaica</a:t>
          </a:r>
          <a:r>
            <a:rPr lang="en-US" sz="2400" kern="1200" dirty="0"/>
            <a:t> </a:t>
          </a:r>
        </a:p>
      </dsp:txBody>
      <dsp:txXfrm>
        <a:off x="28786" y="258561"/>
        <a:ext cx="10676113" cy="532107"/>
      </dsp:txXfrm>
    </dsp:sp>
    <dsp:sp modelId="{623F8769-A908-49BC-9E08-260463124043}">
      <dsp:nvSpPr>
        <dsp:cNvPr id="0" name=""/>
        <dsp:cNvSpPr/>
      </dsp:nvSpPr>
      <dsp:spPr>
        <a:xfrm>
          <a:off x="0" y="819455"/>
          <a:ext cx="10733685"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0794"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t>Jupyter Notebook, </a:t>
          </a:r>
          <a:r>
            <a:rPr lang="en-US" sz="1900" kern="1200" dirty="0" err="1"/>
            <a:t>pvlib</a:t>
          </a:r>
          <a:r>
            <a:rPr lang="en-US" sz="1900" kern="1200" dirty="0"/>
            <a:t> e </a:t>
          </a:r>
          <a:r>
            <a:rPr lang="en-US" sz="1900" kern="1200" dirty="0" err="1"/>
            <a:t>ModelChain</a:t>
          </a:r>
          <a:r>
            <a:rPr lang="en-US" sz="1900" kern="1200" dirty="0"/>
            <a:t>: dos dados </a:t>
          </a:r>
          <a:r>
            <a:rPr lang="en-US" sz="1900" kern="1200" dirty="0" err="1"/>
            <a:t>meteorológicos</a:t>
          </a:r>
          <a:r>
            <a:rPr lang="en-US" sz="1900" kern="1200" dirty="0"/>
            <a:t> à </a:t>
          </a:r>
          <a:r>
            <a:rPr lang="en-US" sz="1900" kern="1200" dirty="0" err="1"/>
            <a:t>simulação</a:t>
          </a:r>
          <a:r>
            <a:rPr lang="en-US" sz="1900" kern="1200" dirty="0"/>
            <a:t> de </a:t>
          </a:r>
          <a:r>
            <a:rPr lang="en-US" sz="1900" kern="1200" dirty="0" err="1"/>
            <a:t>desempenho</a:t>
          </a:r>
          <a:r>
            <a:rPr lang="en-US" sz="1900" kern="1200" dirty="0"/>
            <a:t>.</a:t>
          </a:r>
        </a:p>
      </dsp:txBody>
      <dsp:txXfrm>
        <a:off x="0" y="819455"/>
        <a:ext cx="10733685" cy="397440"/>
      </dsp:txXfrm>
    </dsp:sp>
    <dsp:sp modelId="{F86F5580-EB96-437A-9059-7F9E37BB2429}">
      <dsp:nvSpPr>
        <dsp:cNvPr id="0" name=""/>
        <dsp:cNvSpPr/>
      </dsp:nvSpPr>
      <dsp:spPr>
        <a:xfrm>
          <a:off x="0" y="1216895"/>
          <a:ext cx="10733685" cy="589679"/>
        </a:xfrm>
        <a:prstGeom prst="roundRect">
          <a:avLst/>
        </a:prstGeom>
        <a:gradFill rotWithShape="0">
          <a:gsLst>
            <a:gs pos="0">
              <a:schemeClr val="accent2">
                <a:hueOff val="2147871"/>
                <a:satOff val="-6164"/>
                <a:lumOff val="-9870"/>
                <a:alphaOff val="0"/>
                <a:satMod val="103000"/>
                <a:lumMod val="102000"/>
                <a:tint val="94000"/>
              </a:schemeClr>
            </a:gs>
            <a:gs pos="50000">
              <a:schemeClr val="accent2">
                <a:hueOff val="2147871"/>
                <a:satOff val="-6164"/>
                <a:lumOff val="-9870"/>
                <a:alphaOff val="0"/>
                <a:satMod val="110000"/>
                <a:lumMod val="100000"/>
                <a:shade val="100000"/>
              </a:schemeClr>
            </a:gs>
            <a:gs pos="100000">
              <a:schemeClr val="accent2">
                <a:hueOff val="2147871"/>
                <a:satOff val="-6164"/>
                <a:lumOff val="-987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2. Trabalho em equipe </a:t>
          </a:r>
        </a:p>
      </dsp:txBody>
      <dsp:txXfrm>
        <a:off x="28786" y="1245681"/>
        <a:ext cx="10676113" cy="532107"/>
      </dsp:txXfrm>
    </dsp:sp>
    <dsp:sp modelId="{C75C7682-180F-427D-88DA-A2222F0CD469}">
      <dsp:nvSpPr>
        <dsp:cNvPr id="0" name=""/>
        <dsp:cNvSpPr/>
      </dsp:nvSpPr>
      <dsp:spPr>
        <a:xfrm>
          <a:off x="0" y="1806575"/>
          <a:ext cx="10733685"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0794"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Modelagem de uma usina real Aplicação dos conceitos ao sistema fotovoltaico Simon Solar.</a:t>
          </a:r>
        </a:p>
      </dsp:txBody>
      <dsp:txXfrm>
        <a:off x="0" y="1806575"/>
        <a:ext cx="10733685" cy="397440"/>
      </dsp:txXfrm>
    </dsp:sp>
    <dsp:sp modelId="{F92AFE68-1EF3-4506-A8F1-55D7FFFF4FF1}">
      <dsp:nvSpPr>
        <dsp:cNvPr id="0" name=""/>
        <dsp:cNvSpPr/>
      </dsp:nvSpPr>
      <dsp:spPr>
        <a:xfrm>
          <a:off x="0" y="2204015"/>
          <a:ext cx="10733685" cy="589679"/>
        </a:xfrm>
        <a:prstGeom prst="roundRect">
          <a:avLst/>
        </a:prstGeom>
        <a:gradFill rotWithShape="0">
          <a:gsLst>
            <a:gs pos="0">
              <a:schemeClr val="accent2">
                <a:hueOff val="4295743"/>
                <a:satOff val="-12329"/>
                <a:lumOff val="-19739"/>
                <a:alphaOff val="0"/>
                <a:satMod val="103000"/>
                <a:lumMod val="102000"/>
                <a:tint val="94000"/>
              </a:schemeClr>
            </a:gs>
            <a:gs pos="50000">
              <a:schemeClr val="accent2">
                <a:hueOff val="4295743"/>
                <a:satOff val="-12329"/>
                <a:lumOff val="-19739"/>
                <a:alphaOff val="0"/>
                <a:satMod val="110000"/>
                <a:lumMod val="100000"/>
                <a:shade val="100000"/>
              </a:schemeClr>
            </a:gs>
            <a:gs pos="100000">
              <a:schemeClr val="accent2">
                <a:hueOff val="4295743"/>
                <a:satOff val="-12329"/>
                <a:lumOff val="-1973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3. Tarde — Dados de campo e validação </a:t>
          </a:r>
        </a:p>
      </dsp:txBody>
      <dsp:txXfrm>
        <a:off x="28786" y="2232801"/>
        <a:ext cx="10676113" cy="532107"/>
      </dsp:txXfrm>
    </dsp:sp>
    <dsp:sp modelId="{E1A80037-1C6A-4D4E-BA63-0BCFC1D9BCB2}">
      <dsp:nvSpPr>
        <dsp:cNvPr id="0" name=""/>
        <dsp:cNvSpPr/>
      </dsp:nvSpPr>
      <dsp:spPr>
        <a:xfrm>
          <a:off x="0" y="2793695"/>
          <a:ext cx="10733685"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0794"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Exploração de dados medidos e comparação com os resultados das simulações.</a:t>
          </a:r>
        </a:p>
      </dsp:txBody>
      <dsp:txXfrm>
        <a:off x="0" y="2793695"/>
        <a:ext cx="10733685" cy="397440"/>
      </dsp:txXfrm>
    </dsp:sp>
    <dsp:sp modelId="{F184AEE8-A9BD-4CCD-95BD-32FF9965FB51}">
      <dsp:nvSpPr>
        <dsp:cNvPr id="0" name=""/>
        <dsp:cNvSpPr/>
      </dsp:nvSpPr>
      <dsp:spPr>
        <a:xfrm>
          <a:off x="0" y="3191135"/>
          <a:ext cx="10733685" cy="589679"/>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4. Trabalho em equipe </a:t>
          </a:r>
        </a:p>
      </dsp:txBody>
      <dsp:txXfrm>
        <a:off x="28786" y="3219921"/>
        <a:ext cx="10676113" cy="532107"/>
      </dsp:txXfrm>
    </dsp:sp>
    <dsp:sp modelId="{8DA8A523-F543-4E53-AE80-FF8111A383F9}">
      <dsp:nvSpPr>
        <dsp:cNvPr id="0" name=""/>
        <dsp:cNvSpPr/>
      </dsp:nvSpPr>
      <dsp:spPr>
        <a:xfrm>
          <a:off x="0" y="3780815"/>
          <a:ext cx="10733685" cy="596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0794"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Desafio de análise de dados Investigação de discrepâncias, controle de qualidade (QA/QC) e oportunidades de melhoria do modelo.</a:t>
          </a:r>
        </a:p>
      </dsp:txBody>
      <dsp:txXfrm>
        <a:off x="0" y="3780815"/>
        <a:ext cx="10733685" cy="5961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080D5D-D4D5-8D4E-B64D-35418B3E180D}">
      <dsp:nvSpPr>
        <dsp:cNvPr id="0" name=""/>
        <dsp:cNvSpPr/>
      </dsp:nvSpPr>
      <dsp:spPr>
        <a:xfrm>
          <a:off x="2591339" y="2025899"/>
          <a:ext cx="2694388" cy="134718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Power Loss</a:t>
          </a:r>
        </a:p>
      </dsp:txBody>
      <dsp:txXfrm>
        <a:off x="2630797" y="2065357"/>
        <a:ext cx="2615472" cy="1268273"/>
      </dsp:txXfrm>
    </dsp:sp>
    <dsp:sp modelId="{E041C508-52A7-AD48-8CE0-074222627BB0}">
      <dsp:nvSpPr>
        <dsp:cNvPr id="0" name=""/>
        <dsp:cNvSpPr/>
      </dsp:nvSpPr>
      <dsp:spPr>
        <a:xfrm rot="17069178">
          <a:off x="4736561" y="1983333"/>
          <a:ext cx="1464731" cy="14158"/>
        </a:xfrm>
        <a:custGeom>
          <a:avLst/>
          <a:gdLst/>
          <a:ahLst/>
          <a:cxnLst/>
          <a:rect l="0" t="0" r="0" b="0"/>
          <a:pathLst>
            <a:path>
              <a:moveTo>
                <a:pt x="0" y="7079"/>
              </a:moveTo>
              <a:lnTo>
                <a:pt x="1464731" y="7079"/>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US" sz="1100" b="1" kern="1200"/>
        </a:p>
      </dsp:txBody>
      <dsp:txXfrm>
        <a:off x="5432309" y="1953794"/>
        <a:ext cx="73236" cy="73236"/>
      </dsp:txXfrm>
    </dsp:sp>
    <dsp:sp modelId="{07B72209-74D2-1E47-8669-51412C4F61F2}">
      <dsp:nvSpPr>
        <dsp:cNvPr id="0" name=""/>
        <dsp:cNvSpPr/>
      </dsp:nvSpPr>
      <dsp:spPr>
        <a:xfrm>
          <a:off x="5652127" y="890770"/>
          <a:ext cx="1562239" cy="781119"/>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t>Linear decrease</a:t>
          </a:r>
        </a:p>
      </dsp:txBody>
      <dsp:txXfrm>
        <a:off x="5675005" y="913648"/>
        <a:ext cx="1516483" cy="735363"/>
      </dsp:txXfrm>
    </dsp:sp>
    <dsp:sp modelId="{47F8AABD-5F12-5E4A-BC1C-3F647230AEC3}">
      <dsp:nvSpPr>
        <dsp:cNvPr id="0" name=""/>
        <dsp:cNvSpPr/>
      </dsp:nvSpPr>
      <dsp:spPr>
        <a:xfrm rot="17801862">
          <a:off x="6989805" y="909961"/>
          <a:ext cx="815522" cy="14158"/>
        </a:xfrm>
        <a:custGeom>
          <a:avLst/>
          <a:gdLst/>
          <a:ahLst/>
          <a:cxnLst/>
          <a:rect l="0" t="0" r="0" b="0"/>
          <a:pathLst>
            <a:path>
              <a:moveTo>
                <a:pt x="0" y="7079"/>
              </a:moveTo>
              <a:lnTo>
                <a:pt x="815522" y="7079"/>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US" sz="1100" b="1" kern="1200"/>
        </a:p>
      </dsp:txBody>
      <dsp:txXfrm>
        <a:off x="7377178" y="896652"/>
        <a:ext cx="40776" cy="40776"/>
      </dsp:txXfrm>
    </dsp:sp>
    <dsp:sp modelId="{89E90A14-2BF3-214B-B5C3-50C54E0B8282}">
      <dsp:nvSpPr>
        <dsp:cNvPr id="0" name=""/>
        <dsp:cNvSpPr/>
      </dsp:nvSpPr>
      <dsp:spPr>
        <a:xfrm>
          <a:off x="7580766" y="202752"/>
          <a:ext cx="1399996" cy="699998"/>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t>Recoverable</a:t>
          </a:r>
        </a:p>
      </dsp:txBody>
      <dsp:txXfrm>
        <a:off x="7601268" y="223254"/>
        <a:ext cx="1358992" cy="658994"/>
      </dsp:txXfrm>
    </dsp:sp>
    <dsp:sp modelId="{42624002-2D8A-4F42-BA08-05E0C26E6B79}">
      <dsp:nvSpPr>
        <dsp:cNvPr id="0" name=""/>
        <dsp:cNvSpPr/>
      </dsp:nvSpPr>
      <dsp:spPr>
        <a:xfrm rot="19135903">
          <a:off x="8920969" y="386035"/>
          <a:ext cx="485988" cy="14158"/>
        </a:xfrm>
        <a:custGeom>
          <a:avLst/>
          <a:gdLst/>
          <a:ahLst/>
          <a:cxnLst/>
          <a:rect l="0" t="0" r="0" b="0"/>
          <a:pathLst>
            <a:path>
              <a:moveTo>
                <a:pt x="0" y="7079"/>
              </a:moveTo>
              <a:lnTo>
                <a:pt x="485988" y="707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US" sz="1100" b="1" kern="1200"/>
        </a:p>
      </dsp:txBody>
      <dsp:txXfrm>
        <a:off x="9151814" y="380964"/>
        <a:ext cx="24299" cy="24299"/>
      </dsp:txXfrm>
    </dsp:sp>
    <dsp:sp modelId="{AB45879E-2600-1D43-A272-AC1AB9E893F5}">
      <dsp:nvSpPr>
        <dsp:cNvPr id="0" name=""/>
        <dsp:cNvSpPr/>
      </dsp:nvSpPr>
      <dsp:spPr>
        <a:xfrm>
          <a:off x="9347164" y="4477"/>
          <a:ext cx="916000" cy="458000"/>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t>Soiling</a:t>
          </a:r>
        </a:p>
      </dsp:txBody>
      <dsp:txXfrm>
        <a:off x="9360578" y="17891"/>
        <a:ext cx="889172" cy="431172"/>
      </dsp:txXfrm>
    </dsp:sp>
    <dsp:sp modelId="{4DF19C0B-895E-9B43-8A7D-17D3ED5BFF21}">
      <dsp:nvSpPr>
        <dsp:cNvPr id="0" name=""/>
        <dsp:cNvSpPr/>
      </dsp:nvSpPr>
      <dsp:spPr>
        <a:xfrm rot="2142401">
          <a:off x="8938352" y="677347"/>
          <a:ext cx="451223" cy="14158"/>
        </a:xfrm>
        <a:custGeom>
          <a:avLst/>
          <a:gdLst/>
          <a:ahLst/>
          <a:cxnLst/>
          <a:rect l="0" t="0" r="0" b="0"/>
          <a:pathLst>
            <a:path>
              <a:moveTo>
                <a:pt x="0" y="7079"/>
              </a:moveTo>
              <a:lnTo>
                <a:pt x="451223" y="707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US" sz="1100" b="1" kern="1200"/>
        </a:p>
      </dsp:txBody>
      <dsp:txXfrm>
        <a:off x="9152683" y="673145"/>
        <a:ext cx="22561" cy="22561"/>
      </dsp:txXfrm>
    </dsp:sp>
    <dsp:sp modelId="{DD1AD1C5-75DB-9D4E-8B7F-1B07BF833B95}">
      <dsp:nvSpPr>
        <dsp:cNvPr id="0" name=""/>
        <dsp:cNvSpPr/>
      </dsp:nvSpPr>
      <dsp:spPr>
        <a:xfrm>
          <a:off x="9347164" y="531177"/>
          <a:ext cx="1139687" cy="569848"/>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t>Reversible degradation</a:t>
          </a:r>
        </a:p>
      </dsp:txBody>
      <dsp:txXfrm>
        <a:off x="9363854" y="547867"/>
        <a:ext cx="1106307" cy="536468"/>
      </dsp:txXfrm>
    </dsp:sp>
    <dsp:sp modelId="{47B23043-8266-CA41-8BB4-05B55AA3E450}">
      <dsp:nvSpPr>
        <dsp:cNvPr id="0" name=""/>
        <dsp:cNvSpPr/>
      </dsp:nvSpPr>
      <dsp:spPr>
        <a:xfrm rot="19457599">
          <a:off x="10444440" y="677347"/>
          <a:ext cx="451223" cy="14158"/>
        </a:xfrm>
        <a:custGeom>
          <a:avLst/>
          <a:gdLst/>
          <a:ahLst/>
          <a:cxnLst/>
          <a:rect l="0" t="0" r="0" b="0"/>
          <a:pathLst>
            <a:path>
              <a:moveTo>
                <a:pt x="0" y="7079"/>
              </a:moveTo>
              <a:lnTo>
                <a:pt x="451223" y="707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US" sz="1100" b="1" kern="1200"/>
        </a:p>
      </dsp:txBody>
      <dsp:txXfrm>
        <a:off x="10658771" y="673145"/>
        <a:ext cx="22561" cy="22561"/>
      </dsp:txXfrm>
    </dsp:sp>
    <dsp:sp modelId="{DFC57F9C-7CC4-3D4E-BF46-97CDB7E85171}">
      <dsp:nvSpPr>
        <dsp:cNvPr id="0" name=""/>
        <dsp:cNvSpPr/>
      </dsp:nvSpPr>
      <dsp:spPr>
        <a:xfrm>
          <a:off x="10853252" y="271454"/>
          <a:ext cx="2088847" cy="562593"/>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t>Within expectations?</a:t>
          </a:r>
        </a:p>
      </dsp:txBody>
      <dsp:txXfrm>
        <a:off x="10869730" y="287932"/>
        <a:ext cx="2055891" cy="529637"/>
      </dsp:txXfrm>
    </dsp:sp>
    <dsp:sp modelId="{AFFA34D1-5720-684B-9D0E-56E0E2860899}">
      <dsp:nvSpPr>
        <dsp:cNvPr id="0" name=""/>
        <dsp:cNvSpPr/>
      </dsp:nvSpPr>
      <dsp:spPr>
        <a:xfrm rot="2444657">
          <a:off x="10428245" y="966845"/>
          <a:ext cx="483613" cy="14158"/>
        </a:xfrm>
        <a:custGeom>
          <a:avLst/>
          <a:gdLst/>
          <a:ahLst/>
          <a:cxnLst/>
          <a:rect l="0" t="0" r="0" b="0"/>
          <a:pathLst>
            <a:path>
              <a:moveTo>
                <a:pt x="0" y="7079"/>
              </a:moveTo>
              <a:lnTo>
                <a:pt x="483613" y="707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US" sz="1100" b="1" kern="1200"/>
        </a:p>
      </dsp:txBody>
      <dsp:txXfrm>
        <a:off x="10657961" y="961834"/>
        <a:ext cx="24180" cy="24180"/>
      </dsp:txXfrm>
    </dsp:sp>
    <dsp:sp modelId="{1C000EFB-BF36-4644-8723-3968FF921D12}">
      <dsp:nvSpPr>
        <dsp:cNvPr id="0" name=""/>
        <dsp:cNvSpPr/>
      </dsp:nvSpPr>
      <dsp:spPr>
        <a:xfrm>
          <a:off x="10853252" y="902748"/>
          <a:ext cx="2035215" cy="458000"/>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t>Predictable?</a:t>
          </a:r>
        </a:p>
      </dsp:txBody>
      <dsp:txXfrm>
        <a:off x="10866666" y="916162"/>
        <a:ext cx="2008387" cy="431172"/>
      </dsp:txXfrm>
    </dsp:sp>
    <dsp:sp modelId="{72CAF699-B854-8A42-9FF8-5C523911729A}">
      <dsp:nvSpPr>
        <dsp:cNvPr id="0" name=""/>
        <dsp:cNvSpPr/>
      </dsp:nvSpPr>
      <dsp:spPr>
        <a:xfrm rot="3837490">
          <a:off x="6980280" y="1649171"/>
          <a:ext cx="834572" cy="14158"/>
        </a:xfrm>
        <a:custGeom>
          <a:avLst/>
          <a:gdLst/>
          <a:ahLst/>
          <a:cxnLst/>
          <a:rect l="0" t="0" r="0" b="0"/>
          <a:pathLst>
            <a:path>
              <a:moveTo>
                <a:pt x="0" y="7079"/>
              </a:moveTo>
              <a:lnTo>
                <a:pt x="834572" y="7079"/>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US" sz="1100" b="1" kern="1200"/>
        </a:p>
      </dsp:txBody>
      <dsp:txXfrm>
        <a:off x="7376702" y="1635386"/>
        <a:ext cx="41728" cy="41728"/>
      </dsp:txXfrm>
    </dsp:sp>
    <dsp:sp modelId="{9CF67940-387B-9041-8CED-584CC6DC0FD9}">
      <dsp:nvSpPr>
        <dsp:cNvPr id="0" name=""/>
        <dsp:cNvSpPr/>
      </dsp:nvSpPr>
      <dsp:spPr>
        <a:xfrm>
          <a:off x="7580766" y="1702435"/>
          <a:ext cx="1314946" cy="657473"/>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t>Non-Recoverable</a:t>
          </a:r>
        </a:p>
      </dsp:txBody>
      <dsp:txXfrm>
        <a:off x="7600023" y="1721692"/>
        <a:ext cx="1276432" cy="618959"/>
      </dsp:txXfrm>
    </dsp:sp>
    <dsp:sp modelId="{53AF24F9-43BB-A745-BE8F-76EA506E3DD1}">
      <dsp:nvSpPr>
        <dsp:cNvPr id="0" name=""/>
        <dsp:cNvSpPr/>
      </dsp:nvSpPr>
      <dsp:spPr>
        <a:xfrm>
          <a:off x="8895713" y="2024092"/>
          <a:ext cx="366400" cy="14158"/>
        </a:xfrm>
        <a:custGeom>
          <a:avLst/>
          <a:gdLst/>
          <a:ahLst/>
          <a:cxnLst/>
          <a:rect l="0" t="0" r="0" b="0"/>
          <a:pathLst>
            <a:path>
              <a:moveTo>
                <a:pt x="0" y="7079"/>
              </a:moveTo>
              <a:lnTo>
                <a:pt x="366400" y="707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US" sz="1100" b="1" kern="1200"/>
        </a:p>
      </dsp:txBody>
      <dsp:txXfrm>
        <a:off x="9069753" y="2022011"/>
        <a:ext cx="18320" cy="18320"/>
      </dsp:txXfrm>
    </dsp:sp>
    <dsp:sp modelId="{02423DFD-6BB4-CE4A-909B-5213B247751A}">
      <dsp:nvSpPr>
        <dsp:cNvPr id="0" name=""/>
        <dsp:cNvSpPr/>
      </dsp:nvSpPr>
      <dsp:spPr>
        <a:xfrm>
          <a:off x="9262113" y="1724542"/>
          <a:ext cx="1226515" cy="613257"/>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t>Irreversible degradation</a:t>
          </a:r>
        </a:p>
      </dsp:txBody>
      <dsp:txXfrm>
        <a:off x="9280075" y="1742504"/>
        <a:ext cx="1190591" cy="577333"/>
      </dsp:txXfrm>
    </dsp:sp>
    <dsp:sp modelId="{E1D2DC2E-EC76-BC4D-8C81-0EB3F8B19DD2}">
      <dsp:nvSpPr>
        <dsp:cNvPr id="0" name=""/>
        <dsp:cNvSpPr/>
      </dsp:nvSpPr>
      <dsp:spPr>
        <a:xfrm rot="18870593">
          <a:off x="10410500" y="1837731"/>
          <a:ext cx="522658" cy="14158"/>
        </a:xfrm>
        <a:custGeom>
          <a:avLst/>
          <a:gdLst/>
          <a:ahLst/>
          <a:cxnLst/>
          <a:rect l="0" t="0" r="0" b="0"/>
          <a:pathLst>
            <a:path>
              <a:moveTo>
                <a:pt x="0" y="7079"/>
              </a:moveTo>
              <a:lnTo>
                <a:pt x="522658" y="707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US" sz="1100" b="1" kern="1200"/>
        </a:p>
      </dsp:txBody>
      <dsp:txXfrm>
        <a:off x="10658762" y="1831743"/>
        <a:ext cx="26132" cy="26132"/>
      </dsp:txXfrm>
    </dsp:sp>
    <dsp:sp modelId="{73BDDE51-D3E7-7F47-9EDD-C9BB33B11D82}">
      <dsp:nvSpPr>
        <dsp:cNvPr id="0" name=""/>
        <dsp:cNvSpPr/>
      </dsp:nvSpPr>
      <dsp:spPr>
        <a:xfrm>
          <a:off x="10855029" y="1429448"/>
          <a:ext cx="2194224" cy="458000"/>
        </a:xfrm>
        <a:prstGeom prst="roundRect">
          <a:avLst>
            <a:gd name="adj" fmla="val 10000"/>
          </a:avLst>
        </a:prstGeom>
        <a:solidFill>
          <a:schemeClr val="accent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t>Within warranty?</a:t>
          </a:r>
        </a:p>
      </dsp:txBody>
      <dsp:txXfrm>
        <a:off x="10868443" y="1442862"/>
        <a:ext cx="2167396" cy="431172"/>
      </dsp:txXfrm>
    </dsp:sp>
    <dsp:sp modelId="{ABFC033E-B7D9-5D44-96A3-08FD37753EF6}">
      <dsp:nvSpPr>
        <dsp:cNvPr id="0" name=""/>
        <dsp:cNvSpPr/>
      </dsp:nvSpPr>
      <dsp:spPr>
        <a:xfrm rot="2142401">
          <a:off x="10446217" y="2155767"/>
          <a:ext cx="451223" cy="14158"/>
        </a:xfrm>
        <a:custGeom>
          <a:avLst/>
          <a:gdLst/>
          <a:ahLst/>
          <a:cxnLst/>
          <a:rect l="0" t="0" r="0" b="0"/>
          <a:pathLst>
            <a:path>
              <a:moveTo>
                <a:pt x="0" y="7079"/>
              </a:moveTo>
              <a:lnTo>
                <a:pt x="451223" y="707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US" sz="1100" b="1" kern="1200"/>
        </a:p>
      </dsp:txBody>
      <dsp:txXfrm>
        <a:off x="10660548" y="2151566"/>
        <a:ext cx="22561" cy="22561"/>
      </dsp:txXfrm>
    </dsp:sp>
    <dsp:sp modelId="{9204226D-522D-5649-80AD-6E3A0181A7D2}">
      <dsp:nvSpPr>
        <dsp:cNvPr id="0" name=""/>
        <dsp:cNvSpPr/>
      </dsp:nvSpPr>
      <dsp:spPr>
        <a:xfrm>
          <a:off x="10855029" y="1956149"/>
          <a:ext cx="1286907" cy="676745"/>
        </a:xfrm>
        <a:prstGeom prst="roundRect">
          <a:avLst>
            <a:gd name="adj" fmla="val 10000"/>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t>unpredicted</a:t>
          </a:r>
        </a:p>
      </dsp:txBody>
      <dsp:txXfrm>
        <a:off x="10874850" y="1975970"/>
        <a:ext cx="1247265" cy="637103"/>
      </dsp:txXfrm>
    </dsp:sp>
    <dsp:sp modelId="{2E954A43-9122-B84C-B342-DE9383F57800}">
      <dsp:nvSpPr>
        <dsp:cNvPr id="0" name=""/>
        <dsp:cNvSpPr/>
      </dsp:nvSpPr>
      <dsp:spPr>
        <a:xfrm rot="4556521">
          <a:off x="4714719" y="3424035"/>
          <a:ext cx="1508417" cy="14158"/>
        </a:xfrm>
        <a:custGeom>
          <a:avLst/>
          <a:gdLst/>
          <a:ahLst/>
          <a:cxnLst/>
          <a:rect l="0" t="0" r="0" b="0"/>
          <a:pathLst>
            <a:path>
              <a:moveTo>
                <a:pt x="0" y="7079"/>
              </a:moveTo>
              <a:lnTo>
                <a:pt x="1508417" y="7079"/>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US" sz="1100" b="1" kern="1200"/>
        </a:p>
      </dsp:txBody>
      <dsp:txXfrm>
        <a:off x="5431217" y="3393404"/>
        <a:ext cx="75420" cy="75420"/>
      </dsp:txXfrm>
    </dsp:sp>
    <dsp:sp modelId="{C928F4F3-596F-C14E-92F3-0466D11E0710}">
      <dsp:nvSpPr>
        <dsp:cNvPr id="0" name=""/>
        <dsp:cNvSpPr/>
      </dsp:nvSpPr>
      <dsp:spPr>
        <a:xfrm>
          <a:off x="5652127" y="3817251"/>
          <a:ext cx="1381933" cy="690966"/>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t>Sudden drop</a:t>
          </a:r>
        </a:p>
      </dsp:txBody>
      <dsp:txXfrm>
        <a:off x="5672365" y="3837489"/>
        <a:ext cx="1341457" cy="650490"/>
      </dsp:txXfrm>
    </dsp:sp>
    <dsp:sp modelId="{B7E0A162-52E0-9E4A-9233-421BDA8874C0}">
      <dsp:nvSpPr>
        <dsp:cNvPr id="0" name=""/>
        <dsp:cNvSpPr/>
      </dsp:nvSpPr>
      <dsp:spPr>
        <a:xfrm rot="17221259">
          <a:off x="6591410" y="3557218"/>
          <a:ext cx="1251701" cy="14158"/>
        </a:xfrm>
        <a:custGeom>
          <a:avLst/>
          <a:gdLst/>
          <a:ahLst/>
          <a:cxnLst/>
          <a:rect l="0" t="0" r="0" b="0"/>
          <a:pathLst>
            <a:path>
              <a:moveTo>
                <a:pt x="0" y="7079"/>
              </a:moveTo>
              <a:lnTo>
                <a:pt x="1251701" y="7079"/>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US" sz="1100" b="1" kern="1200"/>
        </a:p>
      </dsp:txBody>
      <dsp:txXfrm>
        <a:off x="7185968" y="3533005"/>
        <a:ext cx="62585" cy="62585"/>
      </dsp:txXfrm>
    </dsp:sp>
    <dsp:sp modelId="{F61810EF-99FC-8D4D-B24C-D36634F689B1}">
      <dsp:nvSpPr>
        <dsp:cNvPr id="0" name=""/>
        <dsp:cNvSpPr/>
      </dsp:nvSpPr>
      <dsp:spPr>
        <a:xfrm>
          <a:off x="7400461" y="2550777"/>
          <a:ext cx="1660333" cy="830166"/>
        </a:xfrm>
        <a:prstGeom prst="roundRect">
          <a:avLst>
            <a:gd name="adj" fmla="val 10000"/>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t>Non-Recoverable or non-Repairable</a:t>
          </a:r>
        </a:p>
      </dsp:txBody>
      <dsp:txXfrm>
        <a:off x="7424776" y="2575092"/>
        <a:ext cx="1611703" cy="781536"/>
      </dsp:txXfrm>
    </dsp:sp>
    <dsp:sp modelId="{FDCED5B7-F524-A54F-88ED-D9EEBE7C4139}">
      <dsp:nvSpPr>
        <dsp:cNvPr id="0" name=""/>
        <dsp:cNvSpPr/>
      </dsp:nvSpPr>
      <dsp:spPr>
        <a:xfrm rot="19077660">
          <a:off x="8997323" y="2793601"/>
          <a:ext cx="493342" cy="14158"/>
        </a:xfrm>
        <a:custGeom>
          <a:avLst/>
          <a:gdLst/>
          <a:ahLst/>
          <a:cxnLst/>
          <a:rect l="0" t="0" r="0" b="0"/>
          <a:pathLst>
            <a:path>
              <a:moveTo>
                <a:pt x="0" y="7079"/>
              </a:moveTo>
              <a:lnTo>
                <a:pt x="493342" y="707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US" sz="1100" b="1" kern="1200"/>
        </a:p>
      </dsp:txBody>
      <dsp:txXfrm>
        <a:off x="9231661" y="2788347"/>
        <a:ext cx="24667" cy="24667"/>
      </dsp:txXfrm>
    </dsp:sp>
    <dsp:sp modelId="{27A3A770-8E52-404E-B85D-AC7D3B3B84E8}">
      <dsp:nvSpPr>
        <dsp:cNvPr id="0" name=""/>
        <dsp:cNvSpPr/>
      </dsp:nvSpPr>
      <dsp:spPr>
        <a:xfrm>
          <a:off x="9427195" y="2406500"/>
          <a:ext cx="1346868" cy="458000"/>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t>Predictable?</a:t>
          </a:r>
        </a:p>
      </dsp:txBody>
      <dsp:txXfrm>
        <a:off x="9440609" y="2419914"/>
        <a:ext cx="1320040" cy="431172"/>
      </dsp:txXfrm>
    </dsp:sp>
    <dsp:sp modelId="{023EEE43-30CC-B244-A39C-830DEB5E8BC1}">
      <dsp:nvSpPr>
        <dsp:cNvPr id="0" name=""/>
        <dsp:cNvSpPr/>
      </dsp:nvSpPr>
      <dsp:spPr>
        <a:xfrm rot="2142401">
          <a:off x="9018383" y="3090456"/>
          <a:ext cx="451223" cy="14158"/>
        </a:xfrm>
        <a:custGeom>
          <a:avLst/>
          <a:gdLst/>
          <a:ahLst/>
          <a:cxnLst/>
          <a:rect l="0" t="0" r="0" b="0"/>
          <a:pathLst>
            <a:path>
              <a:moveTo>
                <a:pt x="0" y="7079"/>
              </a:moveTo>
              <a:lnTo>
                <a:pt x="451223" y="707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US" sz="1100" b="1" kern="1200"/>
        </a:p>
      </dsp:txBody>
      <dsp:txXfrm>
        <a:off x="9232714" y="3086255"/>
        <a:ext cx="22561" cy="22561"/>
      </dsp:txXfrm>
    </dsp:sp>
    <dsp:sp modelId="{7B0289E3-6B3D-CC48-BC3A-1F2181EF731E}">
      <dsp:nvSpPr>
        <dsp:cNvPr id="0" name=""/>
        <dsp:cNvSpPr/>
      </dsp:nvSpPr>
      <dsp:spPr>
        <a:xfrm>
          <a:off x="9427195" y="2933201"/>
          <a:ext cx="1821961" cy="592020"/>
        </a:xfrm>
        <a:prstGeom prst="roundRect">
          <a:avLst>
            <a:gd name="adj" fmla="val 10000"/>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t>New failure mode</a:t>
          </a:r>
        </a:p>
      </dsp:txBody>
      <dsp:txXfrm>
        <a:off x="9444535" y="2950541"/>
        <a:ext cx="1787281" cy="557340"/>
      </dsp:txXfrm>
    </dsp:sp>
    <dsp:sp modelId="{F407A4F5-7A8D-9249-9EB1-3F8B9260D16A}">
      <dsp:nvSpPr>
        <dsp:cNvPr id="0" name=""/>
        <dsp:cNvSpPr/>
      </dsp:nvSpPr>
      <dsp:spPr>
        <a:xfrm rot="21247071">
          <a:off x="7033091" y="4136781"/>
          <a:ext cx="368339" cy="14158"/>
        </a:xfrm>
        <a:custGeom>
          <a:avLst/>
          <a:gdLst/>
          <a:ahLst/>
          <a:cxnLst/>
          <a:rect l="0" t="0" r="0" b="0"/>
          <a:pathLst>
            <a:path>
              <a:moveTo>
                <a:pt x="0" y="7079"/>
              </a:moveTo>
              <a:lnTo>
                <a:pt x="368339" y="7079"/>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US" sz="1100" b="1" kern="1200"/>
        </a:p>
      </dsp:txBody>
      <dsp:txXfrm>
        <a:off x="7208052" y="4134652"/>
        <a:ext cx="18416" cy="18416"/>
      </dsp:txXfrm>
    </dsp:sp>
    <dsp:sp modelId="{9954F17A-FAD1-824A-B854-BB6AEC69639A}">
      <dsp:nvSpPr>
        <dsp:cNvPr id="0" name=""/>
        <dsp:cNvSpPr/>
      </dsp:nvSpPr>
      <dsp:spPr>
        <a:xfrm>
          <a:off x="7400461" y="3764773"/>
          <a:ext cx="1440850" cy="720425"/>
        </a:xfrm>
        <a:prstGeom prst="roundRect">
          <a:avLst>
            <a:gd name="adj" fmla="val 10000"/>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t>“Natural Catastrophe”</a:t>
          </a:r>
        </a:p>
      </dsp:txBody>
      <dsp:txXfrm>
        <a:off x="7421562" y="3785874"/>
        <a:ext cx="1398648" cy="678223"/>
      </dsp:txXfrm>
    </dsp:sp>
    <dsp:sp modelId="{87C23F8E-7516-4F45-8659-B1B3446301FA}">
      <dsp:nvSpPr>
        <dsp:cNvPr id="0" name=""/>
        <dsp:cNvSpPr/>
      </dsp:nvSpPr>
      <dsp:spPr>
        <a:xfrm rot="19457599">
          <a:off x="8798900" y="3986232"/>
          <a:ext cx="451223" cy="14158"/>
        </a:xfrm>
        <a:custGeom>
          <a:avLst/>
          <a:gdLst/>
          <a:ahLst/>
          <a:cxnLst/>
          <a:rect l="0" t="0" r="0" b="0"/>
          <a:pathLst>
            <a:path>
              <a:moveTo>
                <a:pt x="0" y="7079"/>
              </a:moveTo>
              <a:lnTo>
                <a:pt x="451223" y="707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US" sz="1100" b="1" kern="1200"/>
        </a:p>
      </dsp:txBody>
      <dsp:txXfrm>
        <a:off x="9013231" y="3982030"/>
        <a:ext cx="22561" cy="22561"/>
      </dsp:txXfrm>
    </dsp:sp>
    <dsp:sp modelId="{6C3014FE-3CA9-0346-BC15-5FADD688E33A}">
      <dsp:nvSpPr>
        <dsp:cNvPr id="0" name=""/>
        <dsp:cNvSpPr/>
      </dsp:nvSpPr>
      <dsp:spPr>
        <a:xfrm>
          <a:off x="9207712" y="3593921"/>
          <a:ext cx="1558538" cy="535429"/>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t>Resilient design?</a:t>
          </a:r>
        </a:p>
      </dsp:txBody>
      <dsp:txXfrm>
        <a:off x="9223394" y="3609603"/>
        <a:ext cx="1527174" cy="504065"/>
      </dsp:txXfrm>
    </dsp:sp>
    <dsp:sp modelId="{432C4B93-52F0-924A-9DD4-29C926DE10DF}">
      <dsp:nvSpPr>
        <dsp:cNvPr id="0" name=""/>
        <dsp:cNvSpPr/>
      </dsp:nvSpPr>
      <dsp:spPr>
        <a:xfrm rot="2370156">
          <a:off x="8787081" y="4268939"/>
          <a:ext cx="474860" cy="14158"/>
        </a:xfrm>
        <a:custGeom>
          <a:avLst/>
          <a:gdLst/>
          <a:ahLst/>
          <a:cxnLst/>
          <a:rect l="0" t="0" r="0" b="0"/>
          <a:pathLst>
            <a:path>
              <a:moveTo>
                <a:pt x="0" y="7079"/>
              </a:moveTo>
              <a:lnTo>
                <a:pt x="474860" y="707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US" sz="1100" b="1" kern="1200"/>
        </a:p>
      </dsp:txBody>
      <dsp:txXfrm>
        <a:off x="9012640" y="4264147"/>
        <a:ext cx="23743" cy="23743"/>
      </dsp:txXfrm>
    </dsp:sp>
    <dsp:sp modelId="{2FEEF11A-595B-5240-BC78-0793D35F18EE}">
      <dsp:nvSpPr>
        <dsp:cNvPr id="0" name=""/>
        <dsp:cNvSpPr/>
      </dsp:nvSpPr>
      <dsp:spPr>
        <a:xfrm>
          <a:off x="9207712" y="4198051"/>
          <a:ext cx="1253336" cy="458000"/>
        </a:xfrm>
        <a:prstGeom prst="roundRect">
          <a:avLst>
            <a:gd name="adj" fmla="val 10000"/>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t>Insurable loss</a:t>
          </a:r>
        </a:p>
      </dsp:txBody>
      <dsp:txXfrm>
        <a:off x="9221126" y="4211465"/>
        <a:ext cx="1226508" cy="431172"/>
      </dsp:txXfrm>
    </dsp:sp>
    <dsp:sp modelId="{B72C0711-3946-0845-A9DF-58B2E8D6D2AA}">
      <dsp:nvSpPr>
        <dsp:cNvPr id="0" name=""/>
        <dsp:cNvSpPr/>
      </dsp:nvSpPr>
      <dsp:spPr>
        <a:xfrm rot="4302770">
          <a:off x="6633411" y="4710018"/>
          <a:ext cx="1167698" cy="14158"/>
        </a:xfrm>
        <a:custGeom>
          <a:avLst/>
          <a:gdLst/>
          <a:ahLst/>
          <a:cxnLst/>
          <a:rect l="0" t="0" r="0" b="0"/>
          <a:pathLst>
            <a:path>
              <a:moveTo>
                <a:pt x="0" y="7079"/>
              </a:moveTo>
              <a:lnTo>
                <a:pt x="1167698" y="7079"/>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US" sz="1100" b="1" kern="1200"/>
        </a:p>
      </dsp:txBody>
      <dsp:txXfrm>
        <a:off x="7188068" y="4687904"/>
        <a:ext cx="58384" cy="58384"/>
      </dsp:txXfrm>
    </dsp:sp>
    <dsp:sp modelId="{7878A87B-BA0F-7C4F-BA23-5C3CB7BBD52E}">
      <dsp:nvSpPr>
        <dsp:cNvPr id="0" name=""/>
        <dsp:cNvSpPr/>
      </dsp:nvSpPr>
      <dsp:spPr>
        <a:xfrm>
          <a:off x="7400461" y="4768227"/>
          <a:ext cx="2012929" cy="1006464"/>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t>Recoverable Equipment or DAQ malfunction</a:t>
          </a:r>
        </a:p>
      </dsp:txBody>
      <dsp:txXfrm>
        <a:off x="7429939" y="4797705"/>
        <a:ext cx="1953973" cy="947508"/>
      </dsp:txXfrm>
    </dsp:sp>
    <dsp:sp modelId="{EDC3FAD5-471C-EC46-9E27-0EBC485CFA38}">
      <dsp:nvSpPr>
        <dsp:cNvPr id="0" name=""/>
        <dsp:cNvSpPr/>
      </dsp:nvSpPr>
      <dsp:spPr>
        <a:xfrm rot="19457599">
          <a:off x="9370979" y="5132705"/>
          <a:ext cx="451223" cy="14158"/>
        </a:xfrm>
        <a:custGeom>
          <a:avLst/>
          <a:gdLst/>
          <a:ahLst/>
          <a:cxnLst/>
          <a:rect l="0" t="0" r="0" b="0"/>
          <a:pathLst>
            <a:path>
              <a:moveTo>
                <a:pt x="0" y="7079"/>
              </a:moveTo>
              <a:lnTo>
                <a:pt x="451223" y="707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US" sz="1100" b="1" kern="1200"/>
        </a:p>
      </dsp:txBody>
      <dsp:txXfrm>
        <a:off x="9585310" y="5128504"/>
        <a:ext cx="22561" cy="22561"/>
      </dsp:txXfrm>
    </dsp:sp>
    <dsp:sp modelId="{41D28F2B-72F6-7A4D-8706-ED8852AD20FB}">
      <dsp:nvSpPr>
        <dsp:cNvPr id="0" name=""/>
        <dsp:cNvSpPr/>
      </dsp:nvSpPr>
      <dsp:spPr>
        <a:xfrm>
          <a:off x="9779791" y="4724751"/>
          <a:ext cx="1376382" cy="566715"/>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t>Field Repairable?</a:t>
          </a:r>
        </a:p>
      </dsp:txBody>
      <dsp:txXfrm>
        <a:off x="9796390" y="4741350"/>
        <a:ext cx="1343184" cy="533517"/>
      </dsp:txXfrm>
    </dsp:sp>
    <dsp:sp modelId="{3F95FD28-CECC-B04A-AA91-6DF83557151A}">
      <dsp:nvSpPr>
        <dsp:cNvPr id="0" name=""/>
        <dsp:cNvSpPr/>
      </dsp:nvSpPr>
      <dsp:spPr>
        <a:xfrm>
          <a:off x="11156173" y="5001030"/>
          <a:ext cx="366400" cy="14158"/>
        </a:xfrm>
        <a:custGeom>
          <a:avLst/>
          <a:gdLst/>
          <a:ahLst/>
          <a:cxnLst/>
          <a:rect l="0" t="0" r="0" b="0"/>
          <a:pathLst>
            <a:path>
              <a:moveTo>
                <a:pt x="0" y="7079"/>
              </a:moveTo>
              <a:lnTo>
                <a:pt x="366400" y="707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1330213" y="4998949"/>
        <a:ext cx="18320" cy="18320"/>
      </dsp:txXfrm>
    </dsp:sp>
    <dsp:sp modelId="{C111D3F2-1965-6445-9B1D-BE0E4C06E7F4}">
      <dsp:nvSpPr>
        <dsp:cNvPr id="0" name=""/>
        <dsp:cNvSpPr/>
      </dsp:nvSpPr>
      <dsp:spPr>
        <a:xfrm>
          <a:off x="11522573" y="4779109"/>
          <a:ext cx="916000" cy="458000"/>
        </a:xfrm>
        <a:prstGeom prst="roundRect">
          <a:avLst>
            <a:gd name="adj" fmla="val 10000"/>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Waste</a:t>
          </a:r>
        </a:p>
      </dsp:txBody>
      <dsp:txXfrm>
        <a:off x="11535987" y="4792523"/>
        <a:ext cx="889172" cy="431172"/>
      </dsp:txXfrm>
    </dsp:sp>
    <dsp:sp modelId="{8B6C7378-8867-504F-97F3-4F3E1CA355AD}">
      <dsp:nvSpPr>
        <dsp:cNvPr id="0" name=""/>
        <dsp:cNvSpPr/>
      </dsp:nvSpPr>
      <dsp:spPr>
        <a:xfrm rot="2455726">
          <a:off x="9354110" y="5423234"/>
          <a:ext cx="484961" cy="14158"/>
        </a:xfrm>
        <a:custGeom>
          <a:avLst/>
          <a:gdLst/>
          <a:ahLst/>
          <a:cxnLst/>
          <a:rect l="0" t="0" r="0" b="0"/>
          <a:pathLst>
            <a:path>
              <a:moveTo>
                <a:pt x="0" y="7079"/>
              </a:moveTo>
              <a:lnTo>
                <a:pt x="484961" y="707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p>
      </dsp:txBody>
      <dsp:txXfrm>
        <a:off x="9584467" y="5418189"/>
        <a:ext cx="24248" cy="24248"/>
      </dsp:txXfrm>
    </dsp:sp>
    <dsp:sp modelId="{5877B0FB-B17C-E64D-82EF-334DF929B73C}">
      <dsp:nvSpPr>
        <dsp:cNvPr id="0" name=""/>
        <dsp:cNvSpPr/>
      </dsp:nvSpPr>
      <dsp:spPr>
        <a:xfrm>
          <a:off x="9779791" y="5360167"/>
          <a:ext cx="1403679" cy="458000"/>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b="1" kern="1200" dirty="0"/>
            <a:t>Predictable?</a:t>
          </a:r>
        </a:p>
      </dsp:txBody>
      <dsp:txXfrm>
        <a:off x="9793205" y="5373581"/>
        <a:ext cx="1376851" cy="43117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93AC6F-05E5-48E0-B78D-BC6B95ACD7A1}" type="datetimeFigureOut">
              <a:rPr lang="en-US" smtClean="0"/>
              <a:t>10/26/2026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B11B6A-1E7A-48F4-B2F6-195CAAA24CBF}" type="slidenum">
              <a:rPr lang="en-US" smtClean="0"/>
              <a:t>‹#›</a:t>
            </a:fld>
            <a:endParaRPr lang="en-US"/>
          </a:p>
        </p:txBody>
      </p:sp>
    </p:spTree>
    <p:extLst>
      <p:ext uri="{BB962C8B-B14F-4D97-AF65-F5344CB8AC3E}">
        <p14:creationId xmlns:p14="http://schemas.microsoft.com/office/powerpoint/2010/main" val="1419781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90488" y="744538"/>
            <a:ext cx="6616700" cy="3722687"/>
          </a:xfrm>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6E7B81E-4775-45E5-B3EE-766995D56810}" type="slidenum">
              <a:rPr kumimoji="0" lang="pt-BR"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pt-BR"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73563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With publicly available data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2E7A98-744C-48DF-BAB8-083424206BD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54432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h30934cc6897288_0_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5" name="Google Shape;495;h30934cc6897288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h30934cc6897288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h30934cc6897288_0_3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1" name="Google Shape;501;h30934cc6897288_0_3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h30934cc6897288_0_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7" name="Google Shape;507;h30934cc6897288_0_2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8" name="Google Shape;508;h30934cc6897288_0_2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h30934cc6897288_0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h30934cc6897288_0_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h30934cc6897288_0_3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h30934cc6897288_0_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h30934cc6897288_0_4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h30934cc6897288_0_4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h30934cc6897288_0_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h30934cc6897288_0_5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h30934cc6897288_0_5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h30934cc6897288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h30934cc6897288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h30934cc6897288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h30934cc6897288_0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h30934cc6897288_0_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h30934cc6897288_0_1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PVCaptest</a:t>
            </a:r>
            <a:r>
              <a:rPr lang="en-US"/>
              <a:t> tells us how much capacity remains under common reporting conditions. </a:t>
            </a:r>
            <a:r>
              <a:rPr lang="en-US" err="1"/>
              <a:t>RdTools</a:t>
            </a:r>
            <a:r>
              <a:rPr lang="en-US"/>
              <a:t> tells us how performance is changing over time and how availability contributes to that change. Together, they help distinguish persistent degradation from potentially recoverable losses.</a:t>
            </a:r>
          </a:p>
          <a:p>
            <a:r>
              <a:rPr lang="en-US"/>
              <a:t>The key point is not that one degradation method is right and another is wrong. They are measuring different aspects of system health. For lifecycle decisions, we need to separate persistent degradation from losses that may be recoverable through O&amp;M or targeted replacement.</a:t>
            </a:r>
          </a:p>
          <a:p>
            <a:endParaRPr lang="en-US"/>
          </a:p>
          <a:p>
            <a:r>
              <a:rPr lang="en-US"/>
              <a:t>Capacity decline vs. Degradation (of efficiency) - they are just different methods of showing "system decline" (include/exclude different factors)</a:t>
            </a:r>
          </a:p>
          <a:p>
            <a:endParaRPr lang="en-US"/>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t>8-year System-level decline ≈ −4.3%/yr when degradation and reduced availability are combined</a:t>
            </a:r>
          </a:p>
          <a:p>
            <a:endParaRPr lang="en-US"/>
          </a:p>
          <a:p>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2E7A98-744C-48DF-BAB8-083424206BD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36232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F6607-02ED-670E-680E-9FE4228718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DB3CB09-3E78-607D-4EB1-507F389674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D4B22A5-694F-D4FA-305A-7E7F5C2A589C}"/>
              </a:ext>
            </a:extLst>
          </p:cNvPr>
          <p:cNvSpPr>
            <a:spLocks noGrp="1"/>
          </p:cNvSpPr>
          <p:nvPr>
            <p:ph type="dt" sz="half" idx="10"/>
          </p:nvPr>
        </p:nvSpPr>
        <p:spPr/>
        <p:txBody>
          <a:bodyPr/>
          <a:lstStyle/>
          <a:p>
            <a:fld id="{93F3A28F-887E-47F0-9725-B8A844CDDDD5}" type="datetimeFigureOut">
              <a:rPr lang="en-US" smtClean="0"/>
              <a:t>10/26/2026</a:t>
            </a:fld>
            <a:endParaRPr lang="en-US"/>
          </a:p>
        </p:txBody>
      </p:sp>
      <p:sp>
        <p:nvSpPr>
          <p:cNvPr id="5" name="Footer Placeholder 4">
            <a:extLst>
              <a:ext uri="{FF2B5EF4-FFF2-40B4-BE49-F238E27FC236}">
                <a16:creationId xmlns:a16="http://schemas.microsoft.com/office/drawing/2014/main" id="{A9CFA8D9-73B3-11D9-307D-4070432C02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BA8D6A-6B7E-FDDE-21B9-0B3D3F94F789}"/>
              </a:ext>
            </a:extLst>
          </p:cNvPr>
          <p:cNvSpPr>
            <a:spLocks noGrp="1"/>
          </p:cNvSpPr>
          <p:nvPr>
            <p:ph type="sldNum" sz="quarter" idx="12"/>
          </p:nvPr>
        </p:nvSpPr>
        <p:spPr/>
        <p:txBody>
          <a:bodyPr/>
          <a:lstStyle/>
          <a:p>
            <a:fld id="{DDEFE767-AC31-4A89-A0E7-A34C4A65DC38}" type="slidenum">
              <a:rPr lang="en-US" smtClean="0"/>
              <a:t>‹#›</a:t>
            </a:fld>
            <a:endParaRPr lang="en-US"/>
          </a:p>
        </p:txBody>
      </p:sp>
    </p:spTree>
    <p:extLst>
      <p:ext uri="{BB962C8B-B14F-4D97-AF65-F5344CB8AC3E}">
        <p14:creationId xmlns:p14="http://schemas.microsoft.com/office/powerpoint/2010/main" val="26363807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5D811-A5E0-57D8-1D87-8A5C6E5C73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38B5DE-6823-79A1-1FBC-E87999FD3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A4E1BD-BF53-9402-3161-577B95290986}"/>
              </a:ext>
            </a:extLst>
          </p:cNvPr>
          <p:cNvSpPr>
            <a:spLocks noGrp="1"/>
          </p:cNvSpPr>
          <p:nvPr>
            <p:ph type="dt" sz="half" idx="10"/>
          </p:nvPr>
        </p:nvSpPr>
        <p:spPr/>
        <p:txBody>
          <a:bodyPr/>
          <a:lstStyle/>
          <a:p>
            <a:fld id="{93F3A28F-887E-47F0-9725-B8A844CDDDD5}" type="datetimeFigureOut">
              <a:rPr lang="en-US" smtClean="0"/>
              <a:t>10/26/2026</a:t>
            </a:fld>
            <a:endParaRPr lang="en-US"/>
          </a:p>
        </p:txBody>
      </p:sp>
      <p:sp>
        <p:nvSpPr>
          <p:cNvPr id="5" name="Footer Placeholder 4">
            <a:extLst>
              <a:ext uri="{FF2B5EF4-FFF2-40B4-BE49-F238E27FC236}">
                <a16:creationId xmlns:a16="http://schemas.microsoft.com/office/drawing/2014/main" id="{18C6D776-CB67-AC4D-55F0-60FE0DE8A5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7B37D8-5C25-86DB-8CC2-2E4AB413B04A}"/>
              </a:ext>
            </a:extLst>
          </p:cNvPr>
          <p:cNvSpPr>
            <a:spLocks noGrp="1"/>
          </p:cNvSpPr>
          <p:nvPr>
            <p:ph type="sldNum" sz="quarter" idx="12"/>
          </p:nvPr>
        </p:nvSpPr>
        <p:spPr/>
        <p:txBody>
          <a:bodyPr/>
          <a:lstStyle/>
          <a:p>
            <a:fld id="{DDEFE767-AC31-4A89-A0E7-A34C4A65DC38}" type="slidenum">
              <a:rPr lang="en-US" smtClean="0"/>
              <a:t>‹#›</a:t>
            </a:fld>
            <a:endParaRPr lang="en-US"/>
          </a:p>
        </p:txBody>
      </p:sp>
    </p:spTree>
    <p:extLst>
      <p:ext uri="{BB962C8B-B14F-4D97-AF65-F5344CB8AC3E}">
        <p14:creationId xmlns:p14="http://schemas.microsoft.com/office/powerpoint/2010/main" val="113874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1D2DA-DF63-FCBC-FE83-23024922C4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25FC2F-8F5B-8559-0814-5E127A66EC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248A2A-9859-D2FA-F302-93F932CA2681}"/>
              </a:ext>
            </a:extLst>
          </p:cNvPr>
          <p:cNvSpPr>
            <a:spLocks noGrp="1"/>
          </p:cNvSpPr>
          <p:nvPr>
            <p:ph type="dt" sz="half" idx="10"/>
          </p:nvPr>
        </p:nvSpPr>
        <p:spPr/>
        <p:txBody>
          <a:bodyPr/>
          <a:lstStyle/>
          <a:p>
            <a:fld id="{93F3A28F-887E-47F0-9725-B8A844CDDDD5}" type="datetimeFigureOut">
              <a:rPr lang="en-US" smtClean="0"/>
              <a:t>10/26/2026</a:t>
            </a:fld>
            <a:endParaRPr lang="en-US"/>
          </a:p>
        </p:txBody>
      </p:sp>
      <p:sp>
        <p:nvSpPr>
          <p:cNvPr id="5" name="Footer Placeholder 4">
            <a:extLst>
              <a:ext uri="{FF2B5EF4-FFF2-40B4-BE49-F238E27FC236}">
                <a16:creationId xmlns:a16="http://schemas.microsoft.com/office/drawing/2014/main" id="{4CE93184-7777-864C-0937-0AF6255726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B65AC9-3ECC-95BC-6AB4-4ADF5FC6BB1A}"/>
              </a:ext>
            </a:extLst>
          </p:cNvPr>
          <p:cNvSpPr>
            <a:spLocks noGrp="1"/>
          </p:cNvSpPr>
          <p:nvPr>
            <p:ph type="sldNum" sz="quarter" idx="12"/>
          </p:nvPr>
        </p:nvSpPr>
        <p:spPr/>
        <p:txBody>
          <a:bodyPr/>
          <a:lstStyle/>
          <a:p>
            <a:fld id="{DDEFE767-AC31-4A89-A0E7-A34C4A65DC38}" type="slidenum">
              <a:rPr lang="en-US" smtClean="0"/>
              <a:t>‹#›</a:t>
            </a:fld>
            <a:endParaRPr lang="en-US"/>
          </a:p>
        </p:txBody>
      </p:sp>
    </p:spTree>
    <p:extLst>
      <p:ext uri="{BB962C8B-B14F-4D97-AF65-F5344CB8AC3E}">
        <p14:creationId xmlns:p14="http://schemas.microsoft.com/office/powerpoint/2010/main" val="3162289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ADE46-2AC6-E395-28DF-C76B01B8F0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A254F6F-A3D4-D041-69A6-7C6DFE6D72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46FC49-2C8D-96D5-48CA-F2EF77BA90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6139609-0035-3B0A-82DE-D8A74781440A}"/>
              </a:ext>
            </a:extLst>
          </p:cNvPr>
          <p:cNvSpPr>
            <a:spLocks noGrp="1"/>
          </p:cNvSpPr>
          <p:nvPr>
            <p:ph type="dt" sz="half" idx="10"/>
          </p:nvPr>
        </p:nvSpPr>
        <p:spPr/>
        <p:txBody>
          <a:bodyPr/>
          <a:lstStyle/>
          <a:p>
            <a:fld id="{93F3A28F-887E-47F0-9725-B8A844CDDDD5}" type="datetimeFigureOut">
              <a:rPr lang="en-US" smtClean="0"/>
              <a:t>10/26/2026</a:t>
            </a:fld>
            <a:endParaRPr lang="en-US"/>
          </a:p>
        </p:txBody>
      </p:sp>
      <p:sp>
        <p:nvSpPr>
          <p:cNvPr id="6" name="Footer Placeholder 5">
            <a:extLst>
              <a:ext uri="{FF2B5EF4-FFF2-40B4-BE49-F238E27FC236}">
                <a16:creationId xmlns:a16="http://schemas.microsoft.com/office/drawing/2014/main" id="{FD24D689-A3D7-DDF5-7971-91B96B51D5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858E0A-67AE-E760-4EEE-3408C059F138}"/>
              </a:ext>
            </a:extLst>
          </p:cNvPr>
          <p:cNvSpPr>
            <a:spLocks noGrp="1"/>
          </p:cNvSpPr>
          <p:nvPr>
            <p:ph type="sldNum" sz="quarter" idx="12"/>
          </p:nvPr>
        </p:nvSpPr>
        <p:spPr/>
        <p:txBody>
          <a:bodyPr/>
          <a:lstStyle/>
          <a:p>
            <a:fld id="{DDEFE767-AC31-4A89-A0E7-A34C4A65DC38}" type="slidenum">
              <a:rPr lang="en-US" smtClean="0"/>
              <a:t>‹#›</a:t>
            </a:fld>
            <a:endParaRPr lang="en-US"/>
          </a:p>
        </p:txBody>
      </p:sp>
    </p:spTree>
    <p:extLst>
      <p:ext uri="{BB962C8B-B14F-4D97-AF65-F5344CB8AC3E}">
        <p14:creationId xmlns:p14="http://schemas.microsoft.com/office/powerpoint/2010/main" val="4128047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3F9A3-27CC-452E-A5EC-AEEB8CAC8AC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27AE5D-150B-881C-70C3-9761F0B267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9608E9-E018-10E5-5EF1-C1CC6003FD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63AE537-EE17-3976-9E8D-E1D885ADA4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A24CDE-F39A-A1F6-2429-4A23C1F247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FC3099F-456D-16CB-EBEB-7A1197B07CF9}"/>
              </a:ext>
            </a:extLst>
          </p:cNvPr>
          <p:cNvSpPr>
            <a:spLocks noGrp="1"/>
          </p:cNvSpPr>
          <p:nvPr>
            <p:ph type="dt" sz="half" idx="10"/>
          </p:nvPr>
        </p:nvSpPr>
        <p:spPr/>
        <p:txBody>
          <a:bodyPr/>
          <a:lstStyle/>
          <a:p>
            <a:fld id="{93F3A28F-887E-47F0-9725-B8A844CDDDD5}" type="datetimeFigureOut">
              <a:rPr lang="en-US" smtClean="0"/>
              <a:t>10/26/2026</a:t>
            </a:fld>
            <a:endParaRPr lang="en-US"/>
          </a:p>
        </p:txBody>
      </p:sp>
      <p:sp>
        <p:nvSpPr>
          <p:cNvPr id="8" name="Footer Placeholder 7">
            <a:extLst>
              <a:ext uri="{FF2B5EF4-FFF2-40B4-BE49-F238E27FC236}">
                <a16:creationId xmlns:a16="http://schemas.microsoft.com/office/drawing/2014/main" id="{2EF2C271-4D16-7084-741B-C8A51FC5ED8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7739A0-F940-F203-4D2E-F133B40FB393}"/>
              </a:ext>
            </a:extLst>
          </p:cNvPr>
          <p:cNvSpPr>
            <a:spLocks noGrp="1"/>
          </p:cNvSpPr>
          <p:nvPr>
            <p:ph type="sldNum" sz="quarter" idx="12"/>
          </p:nvPr>
        </p:nvSpPr>
        <p:spPr/>
        <p:txBody>
          <a:bodyPr/>
          <a:lstStyle/>
          <a:p>
            <a:fld id="{DDEFE767-AC31-4A89-A0E7-A34C4A65DC38}" type="slidenum">
              <a:rPr lang="en-US" smtClean="0"/>
              <a:t>‹#›</a:t>
            </a:fld>
            <a:endParaRPr lang="en-US"/>
          </a:p>
        </p:txBody>
      </p:sp>
    </p:spTree>
    <p:extLst>
      <p:ext uri="{BB962C8B-B14F-4D97-AF65-F5344CB8AC3E}">
        <p14:creationId xmlns:p14="http://schemas.microsoft.com/office/powerpoint/2010/main" val="106716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4F65D-1DF1-EB0E-666E-25343DDF795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D4A021-B6AE-A114-5B98-B011C7D9850E}"/>
              </a:ext>
            </a:extLst>
          </p:cNvPr>
          <p:cNvSpPr>
            <a:spLocks noGrp="1"/>
          </p:cNvSpPr>
          <p:nvPr>
            <p:ph type="dt" sz="half" idx="10"/>
          </p:nvPr>
        </p:nvSpPr>
        <p:spPr/>
        <p:txBody>
          <a:bodyPr/>
          <a:lstStyle/>
          <a:p>
            <a:fld id="{93F3A28F-887E-47F0-9725-B8A844CDDDD5}" type="datetimeFigureOut">
              <a:rPr lang="en-US" smtClean="0"/>
              <a:t>10/26/2026</a:t>
            </a:fld>
            <a:endParaRPr lang="en-US"/>
          </a:p>
        </p:txBody>
      </p:sp>
      <p:sp>
        <p:nvSpPr>
          <p:cNvPr id="4" name="Footer Placeholder 3">
            <a:extLst>
              <a:ext uri="{FF2B5EF4-FFF2-40B4-BE49-F238E27FC236}">
                <a16:creationId xmlns:a16="http://schemas.microsoft.com/office/drawing/2014/main" id="{5A0DC966-0B0E-E0E5-6E6C-BF78EA55DA4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7A54891-2F13-8E19-DD80-71FED92A38FB}"/>
              </a:ext>
            </a:extLst>
          </p:cNvPr>
          <p:cNvSpPr>
            <a:spLocks noGrp="1"/>
          </p:cNvSpPr>
          <p:nvPr>
            <p:ph type="sldNum" sz="quarter" idx="12"/>
          </p:nvPr>
        </p:nvSpPr>
        <p:spPr/>
        <p:txBody>
          <a:bodyPr/>
          <a:lstStyle/>
          <a:p>
            <a:fld id="{DDEFE767-AC31-4A89-A0E7-A34C4A65DC38}" type="slidenum">
              <a:rPr lang="en-US" smtClean="0"/>
              <a:t>‹#›</a:t>
            </a:fld>
            <a:endParaRPr lang="en-US"/>
          </a:p>
        </p:txBody>
      </p:sp>
    </p:spTree>
    <p:extLst>
      <p:ext uri="{BB962C8B-B14F-4D97-AF65-F5344CB8AC3E}">
        <p14:creationId xmlns:p14="http://schemas.microsoft.com/office/powerpoint/2010/main" val="1382773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EE9330-FC6B-F0E8-109A-F9D9B494BE22}"/>
              </a:ext>
            </a:extLst>
          </p:cNvPr>
          <p:cNvSpPr>
            <a:spLocks noGrp="1"/>
          </p:cNvSpPr>
          <p:nvPr>
            <p:ph type="dt" sz="half" idx="10"/>
          </p:nvPr>
        </p:nvSpPr>
        <p:spPr/>
        <p:txBody>
          <a:bodyPr/>
          <a:lstStyle/>
          <a:p>
            <a:fld id="{93F3A28F-887E-47F0-9725-B8A844CDDDD5}" type="datetimeFigureOut">
              <a:rPr lang="en-US" smtClean="0"/>
              <a:t>10/26/2026</a:t>
            </a:fld>
            <a:endParaRPr lang="en-US"/>
          </a:p>
        </p:txBody>
      </p:sp>
      <p:sp>
        <p:nvSpPr>
          <p:cNvPr id="3" name="Footer Placeholder 2">
            <a:extLst>
              <a:ext uri="{FF2B5EF4-FFF2-40B4-BE49-F238E27FC236}">
                <a16:creationId xmlns:a16="http://schemas.microsoft.com/office/drawing/2014/main" id="{C9D9458A-72F6-BF1F-930A-6595C93F10A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70222FA-6353-12DD-D251-61823F19A717}"/>
              </a:ext>
            </a:extLst>
          </p:cNvPr>
          <p:cNvSpPr>
            <a:spLocks noGrp="1"/>
          </p:cNvSpPr>
          <p:nvPr>
            <p:ph type="sldNum" sz="quarter" idx="12"/>
          </p:nvPr>
        </p:nvSpPr>
        <p:spPr/>
        <p:txBody>
          <a:bodyPr/>
          <a:lstStyle/>
          <a:p>
            <a:fld id="{DDEFE767-AC31-4A89-A0E7-A34C4A65DC38}" type="slidenum">
              <a:rPr lang="en-US" smtClean="0"/>
              <a:t>‹#›</a:t>
            </a:fld>
            <a:endParaRPr lang="en-US"/>
          </a:p>
        </p:txBody>
      </p:sp>
    </p:spTree>
    <p:extLst>
      <p:ext uri="{BB962C8B-B14F-4D97-AF65-F5344CB8AC3E}">
        <p14:creationId xmlns:p14="http://schemas.microsoft.com/office/powerpoint/2010/main" val="1541468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B4C45-49FD-F433-9561-0C2E03D2FE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2B60CA1-61BD-16D4-FE98-D0115B7EAC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7EE18C2-39AF-2507-A35D-CCCA0B1E7D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6EB2BF-E253-5299-2573-BF20067BEA82}"/>
              </a:ext>
            </a:extLst>
          </p:cNvPr>
          <p:cNvSpPr>
            <a:spLocks noGrp="1"/>
          </p:cNvSpPr>
          <p:nvPr>
            <p:ph type="dt" sz="half" idx="10"/>
          </p:nvPr>
        </p:nvSpPr>
        <p:spPr/>
        <p:txBody>
          <a:bodyPr/>
          <a:lstStyle/>
          <a:p>
            <a:fld id="{93F3A28F-887E-47F0-9725-B8A844CDDDD5}" type="datetimeFigureOut">
              <a:rPr lang="en-US" smtClean="0"/>
              <a:t>10/26/2026</a:t>
            </a:fld>
            <a:endParaRPr lang="en-US"/>
          </a:p>
        </p:txBody>
      </p:sp>
      <p:sp>
        <p:nvSpPr>
          <p:cNvPr id="6" name="Footer Placeholder 5">
            <a:extLst>
              <a:ext uri="{FF2B5EF4-FFF2-40B4-BE49-F238E27FC236}">
                <a16:creationId xmlns:a16="http://schemas.microsoft.com/office/drawing/2014/main" id="{23D2712C-46B0-3F02-1266-335B6474A1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7616C3-1793-2CD6-D3A5-5C219637D253}"/>
              </a:ext>
            </a:extLst>
          </p:cNvPr>
          <p:cNvSpPr>
            <a:spLocks noGrp="1"/>
          </p:cNvSpPr>
          <p:nvPr>
            <p:ph type="sldNum" sz="quarter" idx="12"/>
          </p:nvPr>
        </p:nvSpPr>
        <p:spPr/>
        <p:txBody>
          <a:bodyPr/>
          <a:lstStyle/>
          <a:p>
            <a:fld id="{DDEFE767-AC31-4A89-A0E7-A34C4A65DC38}" type="slidenum">
              <a:rPr lang="en-US" smtClean="0"/>
              <a:t>‹#›</a:t>
            </a:fld>
            <a:endParaRPr lang="en-US"/>
          </a:p>
        </p:txBody>
      </p:sp>
    </p:spTree>
    <p:extLst>
      <p:ext uri="{BB962C8B-B14F-4D97-AF65-F5344CB8AC3E}">
        <p14:creationId xmlns:p14="http://schemas.microsoft.com/office/powerpoint/2010/main" val="2864451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F89CE-AEFB-2435-8369-AA3710F83A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A0C57D9-2488-F90D-E812-7D066F148E9B}"/>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D7F9F8-6914-B477-63DD-2713869DE9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04A3D0-05BC-A3C5-3490-2E0DCCA2A0C2}"/>
              </a:ext>
            </a:extLst>
          </p:cNvPr>
          <p:cNvSpPr>
            <a:spLocks noGrp="1"/>
          </p:cNvSpPr>
          <p:nvPr>
            <p:ph type="dt" sz="half" idx="10"/>
          </p:nvPr>
        </p:nvSpPr>
        <p:spPr/>
        <p:txBody>
          <a:bodyPr/>
          <a:lstStyle/>
          <a:p>
            <a:fld id="{93F3A28F-887E-47F0-9725-B8A844CDDDD5}" type="datetimeFigureOut">
              <a:rPr lang="en-US" smtClean="0"/>
              <a:t>10/26/2026</a:t>
            </a:fld>
            <a:endParaRPr lang="en-US"/>
          </a:p>
        </p:txBody>
      </p:sp>
      <p:sp>
        <p:nvSpPr>
          <p:cNvPr id="6" name="Footer Placeholder 5">
            <a:extLst>
              <a:ext uri="{FF2B5EF4-FFF2-40B4-BE49-F238E27FC236}">
                <a16:creationId xmlns:a16="http://schemas.microsoft.com/office/drawing/2014/main" id="{8535057D-411B-BB5B-8998-E05BF1AD7F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89C8DF-A167-7411-2A0E-DFF1217367C0}"/>
              </a:ext>
            </a:extLst>
          </p:cNvPr>
          <p:cNvSpPr>
            <a:spLocks noGrp="1"/>
          </p:cNvSpPr>
          <p:nvPr>
            <p:ph type="sldNum" sz="quarter" idx="12"/>
          </p:nvPr>
        </p:nvSpPr>
        <p:spPr/>
        <p:txBody>
          <a:bodyPr/>
          <a:lstStyle/>
          <a:p>
            <a:fld id="{DDEFE767-AC31-4A89-A0E7-A34C4A65DC38}" type="slidenum">
              <a:rPr lang="en-US" smtClean="0"/>
              <a:t>‹#›</a:t>
            </a:fld>
            <a:endParaRPr lang="en-US"/>
          </a:p>
        </p:txBody>
      </p:sp>
    </p:spTree>
    <p:extLst>
      <p:ext uri="{BB962C8B-B14F-4D97-AF65-F5344CB8AC3E}">
        <p14:creationId xmlns:p14="http://schemas.microsoft.com/office/powerpoint/2010/main" val="4227581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266E4-9AA7-2406-15B9-11B2426B44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09F914E-A1A8-A61F-498C-1B55616D92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414829-F7B8-6A83-F90F-15034557F33E}"/>
              </a:ext>
            </a:extLst>
          </p:cNvPr>
          <p:cNvSpPr>
            <a:spLocks noGrp="1"/>
          </p:cNvSpPr>
          <p:nvPr>
            <p:ph type="dt" sz="half" idx="10"/>
          </p:nvPr>
        </p:nvSpPr>
        <p:spPr/>
        <p:txBody>
          <a:bodyPr/>
          <a:lstStyle/>
          <a:p>
            <a:fld id="{93F3A28F-887E-47F0-9725-B8A844CDDDD5}" type="datetimeFigureOut">
              <a:rPr lang="en-US" smtClean="0"/>
              <a:t>10/26/2026</a:t>
            </a:fld>
            <a:endParaRPr lang="en-US"/>
          </a:p>
        </p:txBody>
      </p:sp>
      <p:sp>
        <p:nvSpPr>
          <p:cNvPr id="5" name="Footer Placeholder 4">
            <a:extLst>
              <a:ext uri="{FF2B5EF4-FFF2-40B4-BE49-F238E27FC236}">
                <a16:creationId xmlns:a16="http://schemas.microsoft.com/office/drawing/2014/main" id="{FCFBDB76-16D3-4DB6-EF24-7476A4847C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585039-A938-8DEF-3ED4-902C1B3917B3}"/>
              </a:ext>
            </a:extLst>
          </p:cNvPr>
          <p:cNvSpPr>
            <a:spLocks noGrp="1"/>
          </p:cNvSpPr>
          <p:nvPr>
            <p:ph type="sldNum" sz="quarter" idx="12"/>
          </p:nvPr>
        </p:nvSpPr>
        <p:spPr/>
        <p:txBody>
          <a:bodyPr/>
          <a:lstStyle/>
          <a:p>
            <a:fld id="{DDEFE767-AC31-4A89-A0E7-A34C4A65DC38}" type="slidenum">
              <a:rPr lang="en-US" smtClean="0"/>
              <a:t>‹#›</a:t>
            </a:fld>
            <a:endParaRPr lang="en-US"/>
          </a:p>
        </p:txBody>
      </p:sp>
    </p:spTree>
    <p:extLst>
      <p:ext uri="{BB962C8B-B14F-4D97-AF65-F5344CB8AC3E}">
        <p14:creationId xmlns:p14="http://schemas.microsoft.com/office/powerpoint/2010/main" val="20887708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1594F8-D94B-6EE4-E4A2-8D82098037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805FD6-624C-937C-DB05-6B6BE5A25B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5099EF-0F91-6E27-B14B-6EC5A816D345}"/>
              </a:ext>
            </a:extLst>
          </p:cNvPr>
          <p:cNvSpPr>
            <a:spLocks noGrp="1"/>
          </p:cNvSpPr>
          <p:nvPr>
            <p:ph type="dt" sz="half" idx="10"/>
          </p:nvPr>
        </p:nvSpPr>
        <p:spPr/>
        <p:txBody>
          <a:bodyPr/>
          <a:lstStyle/>
          <a:p>
            <a:fld id="{93F3A28F-887E-47F0-9725-B8A844CDDDD5}" type="datetimeFigureOut">
              <a:rPr lang="en-US" smtClean="0"/>
              <a:t>10/26/2026</a:t>
            </a:fld>
            <a:endParaRPr lang="en-US"/>
          </a:p>
        </p:txBody>
      </p:sp>
      <p:sp>
        <p:nvSpPr>
          <p:cNvPr id="5" name="Footer Placeholder 4">
            <a:extLst>
              <a:ext uri="{FF2B5EF4-FFF2-40B4-BE49-F238E27FC236}">
                <a16:creationId xmlns:a16="http://schemas.microsoft.com/office/drawing/2014/main" id="{A63BE649-7BDB-92C3-759E-E3F178914A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EE198A-70DA-A719-0B55-FD7E21E04FD7}"/>
              </a:ext>
            </a:extLst>
          </p:cNvPr>
          <p:cNvSpPr>
            <a:spLocks noGrp="1"/>
          </p:cNvSpPr>
          <p:nvPr>
            <p:ph type="sldNum" sz="quarter" idx="12"/>
          </p:nvPr>
        </p:nvSpPr>
        <p:spPr/>
        <p:txBody>
          <a:bodyPr/>
          <a:lstStyle/>
          <a:p>
            <a:fld id="{DDEFE767-AC31-4A89-A0E7-A34C4A65DC38}" type="slidenum">
              <a:rPr lang="en-US" smtClean="0"/>
              <a:t>‹#›</a:t>
            </a:fld>
            <a:endParaRPr lang="en-US"/>
          </a:p>
        </p:txBody>
      </p:sp>
    </p:spTree>
    <p:extLst>
      <p:ext uri="{BB962C8B-B14F-4D97-AF65-F5344CB8AC3E}">
        <p14:creationId xmlns:p14="http://schemas.microsoft.com/office/powerpoint/2010/main" val="11907918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57223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Em branco">
    <p:spTree>
      <p:nvGrpSpPr>
        <p:cNvPr id="1" name=""/>
        <p:cNvGrpSpPr/>
        <p:nvPr/>
      </p:nvGrpSpPr>
      <p:grpSpPr>
        <a:xfrm>
          <a:off x="0" y="0"/>
          <a:ext cx="0" cy="0"/>
          <a:chOff x="0" y="0"/>
          <a:chExt cx="0" cy="0"/>
        </a:xfrm>
      </p:grpSpPr>
      <p:pic>
        <p:nvPicPr>
          <p:cNvPr id="6" name="Imagem 4" descr="Logo Vertical 1.jpg">
            <a:extLst>
              <a:ext uri="{FF2B5EF4-FFF2-40B4-BE49-F238E27FC236}">
                <a16:creationId xmlns:a16="http://schemas.microsoft.com/office/drawing/2014/main" id="{A8D965E4-57BD-5BF9-11DD-0579A3556B7B}"/>
              </a:ext>
            </a:extLst>
          </p:cNvPr>
          <p:cNvPicPr/>
          <p:nvPr userDrawn="1"/>
        </p:nvPicPr>
        <p:blipFill>
          <a:blip r:embed="rId2" cstate="print"/>
          <a:srcRect l="19530" t="16776" r="19210" b="45534"/>
          <a:stretch>
            <a:fillRect/>
          </a:stretch>
        </p:blipFill>
        <p:spPr>
          <a:xfrm>
            <a:off x="9563100" y="0"/>
            <a:ext cx="2628900" cy="704850"/>
          </a:xfrm>
          <a:prstGeom prst="rect">
            <a:avLst/>
          </a:prstGeom>
        </p:spPr>
      </p:pic>
      <p:sp>
        <p:nvSpPr>
          <p:cNvPr id="9" name="Espaço Reservado para Número de Slide 2">
            <a:extLst>
              <a:ext uri="{FF2B5EF4-FFF2-40B4-BE49-F238E27FC236}">
                <a16:creationId xmlns:a16="http://schemas.microsoft.com/office/drawing/2014/main" id="{C0C706A9-4B2F-0F51-B7E0-B8B1C29D0AD3}"/>
              </a:ext>
            </a:extLst>
          </p:cNvPr>
          <p:cNvSpPr txBox="1">
            <a:spLocks/>
          </p:cNvSpPr>
          <p:nvPr userDrawn="1"/>
        </p:nvSpPr>
        <p:spPr>
          <a:xfrm>
            <a:off x="7643688" y="6563991"/>
            <a:ext cx="2844800" cy="24938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1640DB-E9F9-47DE-B687-AF2AA75B089B}" type="slidenum">
              <a:rPr lang="pt-BR" smtClean="0">
                <a:solidFill>
                  <a:srgbClr val="564B3C"/>
                </a:solidFill>
                <a:latin typeface="Calibri"/>
              </a:rPr>
              <a:pPr/>
              <a:t>‹#›</a:t>
            </a:fld>
            <a:endParaRPr lang="pt-BR" dirty="0">
              <a:solidFill>
                <a:srgbClr val="564B3C"/>
              </a:solidFill>
              <a:latin typeface="Calibri"/>
            </a:endParaRPr>
          </a:p>
        </p:txBody>
      </p:sp>
      <p:cxnSp>
        <p:nvCxnSpPr>
          <p:cNvPr id="12" name="Conector reto 11">
            <a:extLst>
              <a:ext uri="{FF2B5EF4-FFF2-40B4-BE49-F238E27FC236}">
                <a16:creationId xmlns:a16="http://schemas.microsoft.com/office/drawing/2014/main" id="{8980E56D-B2DB-9E90-3CFB-737039167DFD}"/>
              </a:ext>
            </a:extLst>
          </p:cNvPr>
          <p:cNvCxnSpPr/>
          <p:nvPr userDrawn="1"/>
        </p:nvCxnSpPr>
        <p:spPr>
          <a:xfrm>
            <a:off x="2628900" y="6525344"/>
            <a:ext cx="7859588"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itle Placeholder 1">
            <a:extLst>
              <a:ext uri="{FF2B5EF4-FFF2-40B4-BE49-F238E27FC236}">
                <a16:creationId xmlns:a16="http://schemas.microsoft.com/office/drawing/2014/main" id="{923966C7-460D-AC8B-6DF4-23E88FA83170}"/>
              </a:ext>
            </a:extLst>
          </p:cNvPr>
          <p:cNvSpPr>
            <a:spLocks noGrp="1"/>
          </p:cNvSpPr>
          <p:nvPr>
            <p:ph type="title" hasCustomPrompt="1"/>
          </p:nvPr>
        </p:nvSpPr>
        <p:spPr>
          <a:xfrm>
            <a:off x="0" y="172944"/>
            <a:ext cx="7221482" cy="531906"/>
          </a:xfrm>
          <a:prstGeom prst="rect">
            <a:avLst/>
          </a:prstGeom>
        </p:spPr>
        <p:txBody>
          <a:bodyPr vert="horz" lIns="91440" tIns="45720" rIns="91440" bIns="45720" rtlCol="0" anchor="ctr">
            <a:normAutofit/>
          </a:bodyPr>
          <a:lstStyle>
            <a:lvl1pPr>
              <a:defRPr kumimoji="0" lang="en-US" sz="2800" b="1" i="0" u="none" strike="noStrike" kern="0" cap="none" spc="0" normalizeH="0" baseline="0" dirty="0">
                <a:ln>
                  <a:noFill/>
                </a:ln>
                <a:solidFill>
                  <a:srgbClr val="EB6A2B"/>
                </a:solidFill>
                <a:effectLst/>
                <a:uLnTx/>
                <a:uFillTx/>
                <a:latin typeface="Univers LT Std 57 Cn"/>
                <a:ea typeface="Times New Roman"/>
                <a:cs typeface="Times New Roman"/>
              </a:defRPr>
            </a:lvl1pPr>
          </a:lstStyle>
          <a:p>
            <a:r>
              <a:rPr lang="pt-BR" dirty="0"/>
              <a:t>Clique para editar o título mestre</a:t>
            </a:r>
            <a:endParaRPr lang="en-US" dirty="0"/>
          </a:p>
        </p:txBody>
      </p:sp>
    </p:spTree>
    <p:extLst>
      <p:ext uri="{BB962C8B-B14F-4D97-AF65-F5344CB8AC3E}">
        <p14:creationId xmlns:p14="http://schemas.microsoft.com/office/powerpoint/2010/main" val="10961102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Em branc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D0AAB5-7DC4-FCF6-22F8-ECA9F367DFA8}"/>
              </a:ext>
            </a:extLst>
          </p:cNvPr>
          <p:cNvSpPr/>
          <p:nvPr userDrawn="1"/>
        </p:nvSpPr>
        <p:spPr>
          <a:xfrm>
            <a:off x="-1" y="-1"/>
            <a:ext cx="12192001" cy="6858001"/>
          </a:xfrm>
          <a:prstGeom prst="rect">
            <a:avLst/>
          </a:prstGeom>
          <a:solidFill>
            <a:srgbClr val="F08E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Espaço Reservado para Número de Slide 2">
            <a:extLst>
              <a:ext uri="{FF2B5EF4-FFF2-40B4-BE49-F238E27FC236}">
                <a16:creationId xmlns:a16="http://schemas.microsoft.com/office/drawing/2014/main" id="{C0C706A9-4B2F-0F51-B7E0-B8B1C29D0AD3}"/>
              </a:ext>
            </a:extLst>
          </p:cNvPr>
          <p:cNvSpPr txBox="1">
            <a:spLocks/>
          </p:cNvSpPr>
          <p:nvPr userDrawn="1"/>
        </p:nvSpPr>
        <p:spPr>
          <a:xfrm>
            <a:off x="7643688" y="6563991"/>
            <a:ext cx="2844800" cy="24938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1640DB-E9F9-47DE-B687-AF2AA75B089B}" type="slidenum">
              <a:rPr lang="pt-BR" smtClean="0">
                <a:solidFill>
                  <a:srgbClr val="564B3C"/>
                </a:solidFill>
                <a:latin typeface="Calibri"/>
              </a:rPr>
              <a:pPr/>
              <a:t>‹#›</a:t>
            </a:fld>
            <a:endParaRPr lang="pt-BR" dirty="0">
              <a:solidFill>
                <a:srgbClr val="564B3C"/>
              </a:solidFill>
              <a:latin typeface="Calibri"/>
            </a:endParaRPr>
          </a:p>
        </p:txBody>
      </p:sp>
      <p:cxnSp>
        <p:nvCxnSpPr>
          <p:cNvPr id="12" name="Conector reto 11">
            <a:extLst>
              <a:ext uri="{FF2B5EF4-FFF2-40B4-BE49-F238E27FC236}">
                <a16:creationId xmlns:a16="http://schemas.microsoft.com/office/drawing/2014/main" id="{8980E56D-B2DB-9E90-3CFB-737039167DFD}"/>
              </a:ext>
            </a:extLst>
          </p:cNvPr>
          <p:cNvCxnSpPr/>
          <p:nvPr userDrawn="1"/>
        </p:nvCxnSpPr>
        <p:spPr>
          <a:xfrm>
            <a:off x="2628900" y="6525344"/>
            <a:ext cx="7859588"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itle Placeholder 1">
            <a:extLst>
              <a:ext uri="{FF2B5EF4-FFF2-40B4-BE49-F238E27FC236}">
                <a16:creationId xmlns:a16="http://schemas.microsoft.com/office/drawing/2014/main" id="{923966C7-460D-AC8B-6DF4-23E88FA83170}"/>
              </a:ext>
            </a:extLst>
          </p:cNvPr>
          <p:cNvSpPr>
            <a:spLocks noGrp="1"/>
          </p:cNvSpPr>
          <p:nvPr>
            <p:ph type="title" hasCustomPrompt="1"/>
          </p:nvPr>
        </p:nvSpPr>
        <p:spPr>
          <a:xfrm>
            <a:off x="-2" y="2464813"/>
            <a:ext cx="7221482" cy="531906"/>
          </a:xfrm>
          <a:prstGeom prst="rect">
            <a:avLst/>
          </a:prstGeom>
        </p:spPr>
        <p:txBody>
          <a:bodyPr vert="horz" lIns="91440" tIns="45720" rIns="91440" bIns="45720" rtlCol="0" anchor="ctr">
            <a:normAutofit/>
          </a:bodyPr>
          <a:lstStyle>
            <a:lvl1pPr>
              <a:defRPr kumimoji="0" lang="en-US" sz="2800" b="1" i="0" u="none" strike="noStrike" kern="0" cap="none" spc="0" normalizeH="0" baseline="0" dirty="0">
                <a:ln>
                  <a:noFill/>
                </a:ln>
                <a:solidFill>
                  <a:schemeClr val="bg1"/>
                </a:solidFill>
                <a:effectLst/>
                <a:uLnTx/>
                <a:uFillTx/>
                <a:latin typeface="Univers LT Std 57 Cn"/>
                <a:ea typeface="Times New Roman"/>
                <a:cs typeface="Times New Roman"/>
              </a:defRPr>
            </a:lvl1pPr>
          </a:lstStyle>
          <a:p>
            <a:r>
              <a:rPr lang="pt-BR" dirty="0"/>
              <a:t>Clique para editar o título mestre</a:t>
            </a:r>
            <a:endParaRPr lang="en-US" dirty="0"/>
          </a:p>
        </p:txBody>
      </p:sp>
      <p:cxnSp>
        <p:nvCxnSpPr>
          <p:cNvPr id="8" name="Straight Connector 7">
            <a:extLst>
              <a:ext uri="{FF2B5EF4-FFF2-40B4-BE49-F238E27FC236}">
                <a16:creationId xmlns:a16="http://schemas.microsoft.com/office/drawing/2014/main" id="{671C3DD3-8769-96BA-6596-FF45527A03F0}"/>
              </a:ext>
            </a:extLst>
          </p:cNvPr>
          <p:cNvCxnSpPr/>
          <p:nvPr userDrawn="1"/>
        </p:nvCxnSpPr>
        <p:spPr>
          <a:xfrm>
            <a:off x="342900" y="3703320"/>
            <a:ext cx="676656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1055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F2CB40-9460-0B03-C5B2-D0061CCFD2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8D922B2-F235-DC09-ACF8-8D35DAE9C9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DC31CA-3BA5-FC7A-408D-E3743B7F4E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F3A28F-887E-47F0-9725-B8A844CDDDD5}" type="datetimeFigureOut">
              <a:rPr lang="en-US" smtClean="0"/>
              <a:t>10/26/2026</a:t>
            </a:fld>
            <a:endParaRPr lang="en-US"/>
          </a:p>
        </p:txBody>
      </p:sp>
      <p:sp>
        <p:nvSpPr>
          <p:cNvPr id="5" name="Footer Placeholder 4">
            <a:extLst>
              <a:ext uri="{FF2B5EF4-FFF2-40B4-BE49-F238E27FC236}">
                <a16:creationId xmlns:a16="http://schemas.microsoft.com/office/drawing/2014/main" id="{A9535D86-B0AA-0425-B284-65ED6DFE11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0BF5C55-5D1F-543C-C19B-233BF7F7A1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DEFE767-AC31-4A89-A0E7-A34C4A65DC38}" type="slidenum">
              <a:rPr lang="en-US" smtClean="0"/>
              <a:t>‹#›</a:t>
            </a:fld>
            <a:endParaRPr lang="en-US"/>
          </a:p>
        </p:txBody>
      </p:sp>
    </p:spTree>
    <p:extLst>
      <p:ext uri="{BB962C8B-B14F-4D97-AF65-F5344CB8AC3E}">
        <p14:creationId xmlns:p14="http://schemas.microsoft.com/office/powerpoint/2010/main" val="17568103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useBgFill="1">
        <p:nvSpPr>
          <p:cNvPr id="7" name="Rounded Rectangle 6"/>
          <p:cNvSpPr/>
          <p:nvPr/>
        </p:nvSpPr>
        <p:spPr>
          <a:xfrm>
            <a:off x="121920" y="101600"/>
            <a:ext cx="1194816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Text Placeholder 2"/>
          <p:cNvSpPr>
            <a:spLocks noGrp="1"/>
          </p:cNvSpPr>
          <p:nvPr>
            <p:ph type="body" idx="1"/>
          </p:nvPr>
        </p:nvSpPr>
        <p:spPr>
          <a:xfrm>
            <a:off x="609600" y="1752601"/>
            <a:ext cx="10972800" cy="4373563"/>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2"/>
                </a:solidFill>
              </a:defRPr>
            </a:lvl1pPr>
          </a:lstStyle>
          <a:p>
            <a:fld id="{94FC549D-C5D3-4703-A1BC-C5ACD4E0C1A5}" type="datetimeFigureOut">
              <a:rPr lang="pt-BR" smtClean="0"/>
              <a:pPr/>
              <a:t>26/10/2026</a:t>
            </a:fld>
            <a:endParaRPr lang="pt-B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2"/>
                </a:solidFill>
              </a:defRPr>
            </a:lvl1pPr>
          </a:lstStyle>
          <a:p>
            <a:endParaRPr lang="pt-B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2"/>
                </a:solidFill>
              </a:defRPr>
            </a:lvl1pPr>
          </a:lstStyle>
          <a:p>
            <a:fld id="{291640DB-E9F9-47DE-B687-AF2AA75B089B}" type="slidenum">
              <a:rPr lang="pt-BR" smtClean="0"/>
              <a:pPr/>
              <a:t>‹#›</a:t>
            </a:fld>
            <a:endParaRPr lang="pt-BR"/>
          </a:p>
        </p:txBody>
      </p:sp>
      <p:sp>
        <p:nvSpPr>
          <p:cNvPr id="9" name="Rectangle 8"/>
          <p:cNvSpPr/>
          <p:nvPr/>
        </p:nvSpPr>
        <p:spPr>
          <a:xfrm>
            <a:off x="365760" y="278166"/>
            <a:ext cx="11460480" cy="132588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10" name="Rectangle 9"/>
          <p:cNvSpPr/>
          <p:nvPr/>
        </p:nvSpPr>
        <p:spPr>
          <a:xfrm>
            <a:off x="497151" y="372862"/>
            <a:ext cx="11174027" cy="111858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laceholder 1"/>
          <p:cNvSpPr>
            <a:spLocks noGrp="1"/>
          </p:cNvSpPr>
          <p:nvPr>
            <p:ph type="title"/>
          </p:nvPr>
        </p:nvSpPr>
        <p:spPr>
          <a:xfrm>
            <a:off x="568171" y="408373"/>
            <a:ext cx="11014229" cy="1039427"/>
          </a:xfrm>
          <a:prstGeom prst="rect">
            <a:avLst/>
          </a:prstGeom>
        </p:spPr>
        <p:txBody>
          <a:bodyPr vert="horz" lIns="91440" tIns="45720" rIns="91440" bIns="45720" rtlCol="0" anchor="ctr">
            <a:normAutofit/>
          </a:bodyPr>
          <a:lstStyle/>
          <a:p>
            <a:r>
              <a:rPr lang="pt-BR"/>
              <a:t>Clique para editar o título mestre</a:t>
            </a:r>
            <a:endParaRPr lang="en-US" dirty="0"/>
          </a:p>
        </p:txBody>
      </p:sp>
    </p:spTree>
    <p:extLst>
      <p:ext uri="{BB962C8B-B14F-4D97-AF65-F5344CB8AC3E}">
        <p14:creationId xmlns:p14="http://schemas.microsoft.com/office/powerpoint/2010/main" val="723182744"/>
      </p:ext>
    </p:extLst>
  </p:cSld>
  <p:clrMap bg1="lt1" tx1="dk1" bg2="lt2" tx2="dk2" accent1="accent1" accent2="accent2" accent3="accent3" accent4="accent4" accent5="accent5" accent6="accent6" hlink="hlink" folHlink="folHlink"/>
  <p:sldLayoutIdLst>
    <p:sldLayoutId id="2147483661" r:id="rId1"/>
    <p:sldLayoutId id="2147483663" r:id="rId2"/>
  </p:sldLayoutIdLst>
  <p:txStyles>
    <p:titleStyle>
      <a:lvl1pPr algn="ctr" defTabSz="914400" rtl="0" eaLnBrk="1" latinLnBrk="0" hangingPunct="1">
        <a:spcBef>
          <a:spcPct val="0"/>
        </a:spcBef>
        <a:buNone/>
        <a:defRPr sz="3500" kern="1200" cap="all" baseline="0">
          <a:solidFill>
            <a:schemeClr val="accent1">
              <a:lumMod val="75000"/>
            </a:schemeClr>
          </a:solidFill>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hp"/><Relationship Id="rId3" Type="http://schemas.openxmlformats.org/officeDocument/2006/relationships/image" Target="../media/image3.png"/><Relationship Id="rId7"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5C8FC8-705A-CEBF-9880-8D0B24A43617}"/>
              </a:ext>
            </a:extLst>
          </p:cNvPr>
          <p:cNvSpPr txBox="1"/>
          <p:nvPr/>
        </p:nvSpPr>
        <p:spPr>
          <a:xfrm>
            <a:off x="1995948" y="2509098"/>
            <a:ext cx="8721213" cy="32316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srgbClr val="786C71"/>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3600" dirty="0">
              <a:solidFill>
                <a:srgbClr val="786C71"/>
              </a:solidFill>
              <a:latin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srgbClr val="786C71"/>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srgbClr val="786C71"/>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786C71"/>
                </a:solidFill>
                <a:latin typeface="Calibri"/>
              </a:rPr>
              <a:t>Oct. 26, 2026</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86C71"/>
                </a:solidFill>
                <a:effectLst/>
                <a:uLnTx/>
                <a:uFillTx/>
                <a:latin typeface="Calibri"/>
                <a:ea typeface="+mn-ea"/>
                <a:cs typeface="+mn-cs"/>
              </a:rPr>
              <a:t>Silvana Ovaitt, Fulbright Scholar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786C71"/>
                </a:solidFill>
                <a:latin typeface="Calibri"/>
              </a:rPr>
              <a:t>Joao Frederico de Souza, UNICAMP</a:t>
            </a:r>
            <a:endParaRPr kumimoji="0" lang="en-US" sz="2000" b="0" i="0" u="none" strike="noStrike" kern="1200" cap="none" spc="0" normalizeH="0" baseline="0" noProof="0" dirty="0">
              <a:ln>
                <a:noFill/>
              </a:ln>
              <a:solidFill>
                <a:srgbClr val="786C71"/>
              </a:solidFill>
              <a:effectLst/>
              <a:uLnTx/>
              <a:uFillTx/>
              <a:latin typeface="Calibri"/>
              <a:ea typeface="+mn-ea"/>
              <a:cs typeface="+mn-cs"/>
            </a:endParaRPr>
          </a:p>
        </p:txBody>
      </p:sp>
      <p:pic>
        <p:nvPicPr>
          <p:cNvPr id="4" name="Picture 3">
            <a:extLst>
              <a:ext uri="{FF2B5EF4-FFF2-40B4-BE49-F238E27FC236}">
                <a16:creationId xmlns:a16="http://schemas.microsoft.com/office/drawing/2014/main" id="{7581C07E-B307-61E0-1F93-5DE74A312221}"/>
              </a:ext>
            </a:extLst>
          </p:cNvPr>
          <p:cNvPicPr>
            <a:picLocks noChangeAspect="1"/>
          </p:cNvPicPr>
          <p:nvPr/>
        </p:nvPicPr>
        <p:blipFill>
          <a:blip r:embed="rId3">
            <a:alphaModFix amt="35000"/>
          </a:blip>
          <a:srcRect t="13500" b="31875"/>
          <a:stretch>
            <a:fillRect/>
          </a:stretch>
        </p:blipFill>
        <p:spPr>
          <a:xfrm>
            <a:off x="0" y="1600199"/>
            <a:ext cx="12192000" cy="2219960"/>
          </a:xfrm>
          <a:prstGeom prst="rect">
            <a:avLst/>
          </a:prstGeom>
        </p:spPr>
      </p:pic>
      <p:sp>
        <p:nvSpPr>
          <p:cNvPr id="6" name="TextBox 5">
            <a:extLst>
              <a:ext uri="{FF2B5EF4-FFF2-40B4-BE49-F238E27FC236}">
                <a16:creationId xmlns:a16="http://schemas.microsoft.com/office/drawing/2014/main" id="{AAD159D1-04A7-969C-2640-08E1907D4843}"/>
              </a:ext>
            </a:extLst>
          </p:cNvPr>
          <p:cNvSpPr txBox="1"/>
          <p:nvPr/>
        </p:nvSpPr>
        <p:spPr>
          <a:xfrm>
            <a:off x="2558798" y="2201748"/>
            <a:ext cx="7992253" cy="1261884"/>
          </a:xfrm>
          <a:prstGeom prst="rect">
            <a:avLst/>
          </a:prstGeom>
          <a:noFill/>
        </p:spPr>
        <p:txBody>
          <a:bodyPr wrap="none" rtlCol="0">
            <a:spAutoFit/>
          </a:bodyPr>
          <a:lstStyle/>
          <a:p>
            <a:r>
              <a:rPr lang="en-US" sz="3600" b="1" dirty="0">
                <a:latin typeface="Seaford" panose="020F0502020204030204" pitchFamily="2" charset="0"/>
              </a:rPr>
              <a:t>PV Performance Modeling in Practice</a:t>
            </a:r>
          </a:p>
          <a:p>
            <a:endParaRPr lang="en-US" sz="4000" b="1" dirty="0">
              <a:latin typeface="Seaford" panose="020F0502020204030204" pitchFamily="2" charset="0"/>
            </a:endParaRPr>
          </a:p>
        </p:txBody>
      </p:sp>
      <p:sp>
        <p:nvSpPr>
          <p:cNvPr id="8" name="TextBox 7">
            <a:extLst>
              <a:ext uri="{FF2B5EF4-FFF2-40B4-BE49-F238E27FC236}">
                <a16:creationId xmlns:a16="http://schemas.microsoft.com/office/drawing/2014/main" id="{8E86B506-67B5-E052-4996-CF7536B03AA4}"/>
              </a:ext>
            </a:extLst>
          </p:cNvPr>
          <p:cNvSpPr txBox="1"/>
          <p:nvPr/>
        </p:nvSpPr>
        <p:spPr>
          <a:xfrm>
            <a:off x="2597734" y="2840897"/>
            <a:ext cx="6996531" cy="400110"/>
          </a:xfrm>
          <a:prstGeom prst="rect">
            <a:avLst/>
          </a:prstGeom>
          <a:noFill/>
        </p:spPr>
        <p:txBody>
          <a:bodyPr wrap="none" rtlCol="0">
            <a:spAutoFit/>
          </a:bodyPr>
          <a:lstStyle/>
          <a:p>
            <a:r>
              <a:rPr lang="en-US" sz="2000" dirty="0"/>
              <a:t>Building, validating, and interpreting PV models with field data</a:t>
            </a:r>
          </a:p>
        </p:txBody>
      </p:sp>
      <p:pic>
        <p:nvPicPr>
          <p:cNvPr id="10" name="Picture 9" descr="pvlib.inverter.pvwatts — pvlib python 0.16.1 documentation">
            <a:extLst>
              <a:ext uri="{FF2B5EF4-FFF2-40B4-BE49-F238E27FC236}">
                <a16:creationId xmlns:a16="http://schemas.microsoft.com/office/drawing/2014/main" id="{F717E1AE-8178-5820-BFB6-AF0F818ED0CB}"/>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524" b="89524" l="4878" r="94309">
                        <a14:foregroundMark x1="7724" y1="49524" x2="13821" y2="49524"/>
                        <a14:foregroundMark x1="6098" y1="34286" x2="14634" y2="57143"/>
                        <a14:foregroundMark x1="54065" y1="54286" x2="54065" y2="54286"/>
                        <a14:foregroundMark x1="60569" y1="54286" x2="60569" y2="54286"/>
                        <a14:foregroundMark x1="72358" y1="50476" x2="72358" y2="50476"/>
                        <a14:foregroundMark x1="78455" y1="49524" x2="78455" y2="49524"/>
                        <a14:foregroundMark x1="85366" y1="44762" x2="85366" y2="44762"/>
                        <a14:foregroundMark x1="78862" y1="30476" x2="78862" y2="30476"/>
                        <a14:foregroundMark x1="94715" y1="48571" x2="94715" y2="48571"/>
                        <a14:foregroundMark x1="4878" y1="49524" x2="4878" y2="49524"/>
                      </a14:backgroundRemoval>
                    </a14:imgEffect>
                  </a14:imgLayer>
                </a14:imgProps>
              </a:ext>
            </a:extLst>
          </a:blip>
          <a:stretch>
            <a:fillRect/>
          </a:stretch>
        </p:blipFill>
        <p:spPr>
          <a:xfrm>
            <a:off x="10877677" y="2201748"/>
            <a:ext cx="998858" cy="426342"/>
          </a:xfrm>
          <a:prstGeom prst="rect">
            <a:avLst/>
          </a:prstGeom>
        </p:spPr>
      </p:pic>
      <p:pic>
        <p:nvPicPr>
          <p:cNvPr id="12" name="Picture 11" descr="New Solar Calculator Available - GreenBuildingAdvisor">
            <a:extLst>
              <a:ext uri="{FF2B5EF4-FFF2-40B4-BE49-F238E27FC236}">
                <a16:creationId xmlns:a16="http://schemas.microsoft.com/office/drawing/2014/main" id="{9875A7B7-9364-781B-D72A-0CAC664FEFA1}"/>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957" r="99348">
                        <a14:foregroundMark x1="72826" y1="46538" x2="72826" y2="46538"/>
                        <a14:foregroundMark x1="84783" y1="50000" x2="84783" y2="50000"/>
                        <a14:foregroundMark x1="91522" y1="74231" x2="91522" y2="74231"/>
                        <a14:foregroundMark x1="64130" y1="79615" x2="64130" y2="79615"/>
                        <a14:foregroundMark x1="89783" y1="71538" x2="89783" y2="71538"/>
                        <a14:foregroundMark x1="89565" y1="72308" x2="91957" y2="78846"/>
                        <a14:foregroundMark x1="96739" y1="85000" x2="95000" y2="89615"/>
                        <a14:foregroundMark x1="11957" y1="28846" x2="10000" y2="33846"/>
                        <a14:foregroundMark x1="63696" y1="23462" x2="61957" y2="26154"/>
                        <a14:foregroundMark x1="69783" y1="41538" x2="54565" y2="41154"/>
                        <a14:foregroundMark x1="77174" y1="34615" x2="74130" y2="38077"/>
                        <a14:foregroundMark x1="89130" y1="35385" x2="75870" y2="31923"/>
                        <a14:foregroundMark x1="88696" y1="21538" x2="85870" y2="30000"/>
                        <a14:foregroundMark x1="77174" y1="23077" x2="73261" y2="29615"/>
                        <a14:foregroundMark x1="90217" y1="35769" x2="99565" y2="38846"/>
                        <a14:foregroundMark x1="93913" y1="15385" x2="98696" y2="23846"/>
                        <a14:foregroundMark x1="2826" y1="27692" x2="1957" y2="33846"/>
                      </a14:backgroundRemoval>
                    </a14:imgEffect>
                  </a14:imgLayer>
                </a14:imgProps>
              </a:ext>
            </a:extLst>
          </a:blip>
          <a:stretch>
            <a:fillRect/>
          </a:stretch>
        </p:blipFill>
        <p:spPr>
          <a:xfrm>
            <a:off x="11201434" y="2840897"/>
            <a:ext cx="663940" cy="375270"/>
          </a:xfrm>
          <a:prstGeom prst="rect">
            <a:avLst/>
          </a:prstGeom>
        </p:spPr>
      </p:pic>
      <p:pic>
        <p:nvPicPr>
          <p:cNvPr id="14" name="Picture 13" descr="Volta para página inicial do evento">
            <a:extLst>
              <a:ext uri="{FF2B5EF4-FFF2-40B4-BE49-F238E27FC236}">
                <a16:creationId xmlns:a16="http://schemas.microsoft.com/office/drawing/2014/main" id="{A6A4A1A9-3C68-EACF-9C8D-5FA1D72BAE3E}"/>
              </a:ext>
            </a:extLst>
          </p:cNvPr>
          <p:cNvPicPr>
            <a:picLocks noChangeAspect="1"/>
          </p:cNvPicPr>
          <p:nvPr/>
        </p:nvPicPr>
        <p:blipFill>
          <a:blip r:embed="rId8"/>
          <a:srcRect r="71685"/>
          <a:stretch>
            <a:fillRect/>
          </a:stretch>
        </p:blipFill>
        <p:spPr>
          <a:xfrm>
            <a:off x="676743" y="1600199"/>
            <a:ext cx="1245746" cy="1583840"/>
          </a:xfrm>
          <a:prstGeom prst="rect">
            <a:avLst/>
          </a:prstGeom>
        </p:spPr>
      </p:pic>
      <p:pic>
        <p:nvPicPr>
          <p:cNvPr id="16" name="Picture 15" descr="Volta para página inicial do evento">
            <a:extLst>
              <a:ext uri="{FF2B5EF4-FFF2-40B4-BE49-F238E27FC236}">
                <a16:creationId xmlns:a16="http://schemas.microsoft.com/office/drawing/2014/main" id="{EABC2E5F-8E4E-5EE9-1F2D-3B328DC54F84}"/>
              </a:ext>
            </a:extLst>
          </p:cNvPr>
          <p:cNvPicPr>
            <a:picLocks noChangeAspect="1"/>
          </p:cNvPicPr>
          <p:nvPr/>
        </p:nvPicPr>
        <p:blipFill>
          <a:blip r:embed="rId8"/>
          <a:srcRect l="27651"/>
          <a:stretch>
            <a:fillRect/>
          </a:stretch>
        </p:blipFill>
        <p:spPr>
          <a:xfrm>
            <a:off x="567813" y="2844406"/>
            <a:ext cx="1722604" cy="857143"/>
          </a:xfrm>
          <a:prstGeom prst="rect">
            <a:avLst/>
          </a:prstGeom>
        </p:spPr>
      </p:pic>
      <p:sp>
        <p:nvSpPr>
          <p:cNvPr id="3" name="TextBox 2">
            <a:extLst>
              <a:ext uri="{FF2B5EF4-FFF2-40B4-BE49-F238E27FC236}">
                <a16:creationId xmlns:a16="http://schemas.microsoft.com/office/drawing/2014/main" id="{2D5FCD9E-EB88-840A-605E-408F388B3B9F}"/>
              </a:ext>
            </a:extLst>
          </p:cNvPr>
          <p:cNvSpPr txBox="1"/>
          <p:nvPr/>
        </p:nvSpPr>
        <p:spPr>
          <a:xfrm>
            <a:off x="13169348" y="4800600"/>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33027359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B9EA95-C36C-4D2D-CCFA-26936E5FCD24}"/>
              </a:ext>
            </a:extLst>
          </p:cNvPr>
          <p:cNvSpPr>
            <a:spLocks noGrp="1"/>
          </p:cNvSpPr>
          <p:nvPr>
            <p:ph idx="1"/>
          </p:nvPr>
        </p:nvSpPr>
        <p:spPr>
          <a:xfrm>
            <a:off x="838200" y="1825625"/>
            <a:ext cx="4677697" cy="4351338"/>
          </a:xfrm>
        </p:spPr>
        <p:txBody>
          <a:bodyPr/>
          <a:lstStyle/>
          <a:p>
            <a:pPr marL="0" indent="0">
              <a:buNone/>
            </a:pPr>
            <a:r>
              <a:rPr lang="en-US" b="1" dirty="0"/>
              <a:t>“Science is the belief in the ignorance of experts.”</a:t>
            </a:r>
          </a:p>
          <a:p>
            <a:pPr marL="0" indent="0" algn="r">
              <a:buNone/>
            </a:pPr>
            <a:r>
              <a:rPr lang="en-US" b="1" dirty="0"/>
              <a:t>Feynman</a:t>
            </a:r>
          </a:p>
          <a:p>
            <a:endParaRPr lang="en-US" dirty="0"/>
          </a:p>
        </p:txBody>
      </p:sp>
      <p:pic>
        <p:nvPicPr>
          <p:cNvPr id="6" name="Picture 5" descr="The first time American physicist Richard Feynman went to Brazil, he usually ate outside of normal hours, so he was always the only customer at the restaurant. | by Waqar | Story">
            <a:extLst>
              <a:ext uri="{FF2B5EF4-FFF2-40B4-BE49-F238E27FC236}">
                <a16:creationId xmlns:a16="http://schemas.microsoft.com/office/drawing/2014/main" id="{E8901C79-368B-D510-FD91-CB91C8BF5458}"/>
              </a:ext>
            </a:extLst>
          </p:cNvPr>
          <p:cNvPicPr>
            <a:picLocks noChangeAspect="1"/>
          </p:cNvPicPr>
          <p:nvPr/>
        </p:nvPicPr>
        <p:blipFill>
          <a:blip r:embed="rId2"/>
          <a:stretch>
            <a:fillRect/>
          </a:stretch>
        </p:blipFill>
        <p:spPr>
          <a:xfrm>
            <a:off x="5809636" y="681037"/>
            <a:ext cx="5410200" cy="5143500"/>
          </a:xfrm>
          <a:prstGeom prst="rect">
            <a:avLst/>
          </a:prstGeom>
        </p:spPr>
      </p:pic>
    </p:spTree>
    <p:extLst>
      <p:ext uri="{BB962C8B-B14F-4D97-AF65-F5344CB8AC3E}">
        <p14:creationId xmlns:p14="http://schemas.microsoft.com/office/powerpoint/2010/main" val="2886338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42E2C-7ADB-B143-0339-6ED88BC002A0}"/>
              </a:ext>
            </a:extLst>
          </p:cNvPr>
          <p:cNvSpPr>
            <a:spLocks noGrp="1"/>
          </p:cNvSpPr>
          <p:nvPr>
            <p:ph type="title"/>
          </p:nvPr>
        </p:nvSpPr>
        <p:spPr/>
        <p:txBody>
          <a:bodyPr/>
          <a:lstStyle/>
          <a:p>
            <a:r>
              <a:rPr lang="en-US" dirty="0" err="1"/>
              <a:t>Hoje</a:t>
            </a:r>
            <a:endParaRPr lang="en-US" dirty="0"/>
          </a:p>
        </p:txBody>
      </p:sp>
      <p:graphicFrame>
        <p:nvGraphicFramePr>
          <p:cNvPr id="4" name="Content Placeholder 2">
            <a:extLst>
              <a:ext uri="{FF2B5EF4-FFF2-40B4-BE49-F238E27FC236}">
                <a16:creationId xmlns:a16="http://schemas.microsoft.com/office/drawing/2014/main" id="{588412F3-2FBC-C0C7-7DBC-908069C0F347}"/>
              </a:ext>
            </a:extLst>
          </p:cNvPr>
          <p:cNvGraphicFramePr>
            <a:graphicFrameLocks/>
          </p:cNvGraphicFramePr>
          <p:nvPr>
            <p:extLst>
              <p:ext uri="{D42A27DB-BD31-4B8C-83A1-F6EECF244321}">
                <p14:modId xmlns:p14="http://schemas.microsoft.com/office/powerpoint/2010/main" val="1406881220"/>
              </p:ext>
            </p:extLst>
          </p:nvPr>
        </p:nvGraphicFramePr>
        <p:xfrm>
          <a:off x="838200" y="1825625"/>
          <a:ext cx="10733685" cy="46067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68287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A1BB3-0861-1C0C-4BC7-3CFAD090E113}"/>
              </a:ext>
            </a:extLst>
          </p:cNvPr>
          <p:cNvSpPr>
            <a:spLocks noGrp="1"/>
          </p:cNvSpPr>
          <p:nvPr>
            <p:ph type="title"/>
          </p:nvPr>
        </p:nvSpPr>
        <p:spPr>
          <a:xfrm>
            <a:off x="0" y="172944"/>
            <a:ext cx="8534400" cy="531906"/>
          </a:xfrm>
        </p:spPr>
        <p:txBody>
          <a:bodyPr>
            <a:noAutofit/>
          </a:bodyPr>
          <a:lstStyle/>
          <a:p>
            <a:r>
              <a:rPr lang="en-US" sz="4000" dirty="0"/>
              <a:t>Quem sabe o </a:t>
            </a:r>
            <a:r>
              <a:rPr lang="en-US" sz="4000" dirty="0" err="1"/>
              <a:t>que</a:t>
            </a:r>
            <a:r>
              <a:rPr lang="en-US" sz="4000" dirty="0"/>
              <a:t> </a:t>
            </a:r>
            <a:r>
              <a:rPr lang="en-US" sz="4000" dirty="0" err="1"/>
              <a:t>este</a:t>
            </a:r>
            <a:r>
              <a:rPr lang="en-US" sz="4000" dirty="0"/>
              <a:t> </a:t>
            </a:r>
            <a:r>
              <a:rPr lang="en-US" sz="4000" dirty="0" err="1"/>
              <a:t>código</a:t>
            </a:r>
            <a:r>
              <a:rPr lang="en-US" sz="4000" dirty="0"/>
              <a:t> </a:t>
            </a:r>
            <a:r>
              <a:rPr lang="en-US" sz="4000" dirty="0" err="1"/>
              <a:t>faz</a:t>
            </a:r>
            <a:r>
              <a:rPr lang="en-US" sz="4000" dirty="0"/>
              <a:t>?</a:t>
            </a:r>
          </a:p>
        </p:txBody>
      </p:sp>
      <p:sp>
        <p:nvSpPr>
          <p:cNvPr id="3" name="Content Placeholder 2">
            <a:extLst>
              <a:ext uri="{FF2B5EF4-FFF2-40B4-BE49-F238E27FC236}">
                <a16:creationId xmlns:a16="http://schemas.microsoft.com/office/drawing/2014/main" id="{F78F6795-B8FB-AEAB-AAF6-3D7E0B5442F3}"/>
              </a:ext>
            </a:extLst>
          </p:cNvPr>
          <p:cNvSpPr>
            <a:spLocks noGrp="1"/>
          </p:cNvSpPr>
          <p:nvPr>
            <p:ph idx="4294967295"/>
          </p:nvPr>
        </p:nvSpPr>
        <p:spPr>
          <a:xfrm>
            <a:off x="3248127" y="1501160"/>
            <a:ext cx="7626350" cy="4351338"/>
          </a:xfrm>
        </p:spPr>
        <p:txBody>
          <a:bodyPr>
            <a:normAutofit/>
          </a:bodyPr>
          <a:lstStyle/>
          <a:p>
            <a:pPr marL="0" indent="0">
              <a:buNone/>
            </a:pPr>
            <a:r>
              <a:rPr lang="es-ES" sz="4400" dirty="0" err="1"/>
              <a:t>def</a:t>
            </a:r>
            <a:r>
              <a:rPr lang="es-ES" sz="4400" dirty="0"/>
              <a:t> reta(x, m, b):</a:t>
            </a:r>
          </a:p>
          <a:p>
            <a:pPr marL="0" indent="0">
              <a:buNone/>
            </a:pPr>
            <a:r>
              <a:rPr lang="es-ES" sz="4400" dirty="0"/>
              <a:t>y = m * x + b</a:t>
            </a:r>
          </a:p>
          <a:p>
            <a:pPr marL="0" indent="0">
              <a:buNone/>
            </a:pPr>
            <a:r>
              <a:rPr lang="es-ES" sz="4400" dirty="0"/>
              <a:t>    </a:t>
            </a:r>
            <a:r>
              <a:rPr lang="es-ES" sz="4400" dirty="0" err="1"/>
              <a:t>return</a:t>
            </a:r>
            <a:r>
              <a:rPr lang="es-ES" sz="4400" dirty="0"/>
              <a:t> y</a:t>
            </a:r>
          </a:p>
          <a:p>
            <a:endParaRPr lang="es-ES" sz="4400" dirty="0"/>
          </a:p>
          <a:p>
            <a:pPr marL="0" indent="0">
              <a:buNone/>
            </a:pPr>
            <a:r>
              <a:rPr lang="es-ES" sz="4400" dirty="0"/>
              <a:t>reta(5, 2, 1)</a:t>
            </a:r>
            <a:endParaRPr lang="en-US" sz="4400" dirty="0"/>
          </a:p>
        </p:txBody>
      </p:sp>
    </p:spTree>
    <p:extLst>
      <p:ext uri="{BB962C8B-B14F-4D97-AF65-F5344CB8AC3E}">
        <p14:creationId xmlns:p14="http://schemas.microsoft.com/office/powerpoint/2010/main" val="2363579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0C2B0A-A6FE-ED87-8460-4DF9A794FD2B}"/>
              </a:ext>
            </a:extLst>
          </p:cNvPr>
          <p:cNvSpPr>
            <a:spLocks noGrp="1"/>
          </p:cNvSpPr>
          <p:nvPr>
            <p:ph type="title"/>
          </p:nvPr>
        </p:nvSpPr>
        <p:spPr>
          <a:xfrm>
            <a:off x="377190" y="526527"/>
            <a:ext cx="9178290" cy="531906"/>
          </a:xfrm>
        </p:spPr>
        <p:txBody>
          <a:bodyPr>
            <a:noAutofit/>
          </a:bodyPr>
          <a:lstStyle/>
          <a:p>
            <a:pPr algn="l"/>
            <a:r>
              <a:rPr lang="en-US" dirty="0" err="1"/>
              <a:t>Manhã</a:t>
            </a:r>
            <a:r>
              <a:rPr lang="en-US" dirty="0"/>
              <a:t>: </a:t>
            </a:r>
            <a:br>
              <a:rPr lang="en-US" dirty="0"/>
            </a:br>
            <a:r>
              <a:rPr lang="en-US" dirty="0"/>
              <a:t>Dos dados </a:t>
            </a:r>
            <a:r>
              <a:rPr lang="en-US" dirty="0" err="1"/>
              <a:t>meteorológicos</a:t>
            </a:r>
            <a:r>
              <a:rPr lang="en-US" dirty="0"/>
              <a:t> à </a:t>
            </a:r>
            <a:r>
              <a:rPr lang="en-US" dirty="0" err="1"/>
              <a:t>simulação</a:t>
            </a:r>
            <a:r>
              <a:rPr lang="en-US" dirty="0"/>
              <a:t> de </a:t>
            </a:r>
            <a:r>
              <a:rPr lang="en-US" dirty="0" err="1"/>
              <a:t>desempenho</a:t>
            </a:r>
            <a:br>
              <a:rPr lang="en-US" dirty="0"/>
            </a:br>
            <a:endParaRPr lang="en-US" dirty="0"/>
          </a:p>
        </p:txBody>
      </p:sp>
      <p:pic>
        <p:nvPicPr>
          <p:cNvPr id="4" name="Picture 3" descr="PV Performance Modeling Collaborative (PVPMC) – Sandia National Laboratories">
            <a:extLst>
              <a:ext uri="{FF2B5EF4-FFF2-40B4-BE49-F238E27FC236}">
                <a16:creationId xmlns:a16="http://schemas.microsoft.com/office/drawing/2014/main" id="{3BA800A9-8058-F420-C27D-C5AC59A4F413}"/>
              </a:ext>
            </a:extLst>
          </p:cNvPr>
          <p:cNvPicPr>
            <a:picLocks noChangeAspect="1"/>
          </p:cNvPicPr>
          <p:nvPr/>
        </p:nvPicPr>
        <p:blipFill>
          <a:blip r:embed="rId2"/>
          <a:stretch>
            <a:fillRect/>
          </a:stretch>
        </p:blipFill>
        <p:spPr>
          <a:xfrm>
            <a:off x="2531683" y="1058432"/>
            <a:ext cx="7497219" cy="5640541"/>
          </a:xfrm>
          <a:prstGeom prst="rect">
            <a:avLst/>
          </a:prstGeom>
        </p:spPr>
      </p:pic>
      <p:sp>
        <p:nvSpPr>
          <p:cNvPr id="2" name="TextBox 1">
            <a:extLst>
              <a:ext uri="{FF2B5EF4-FFF2-40B4-BE49-F238E27FC236}">
                <a16:creationId xmlns:a16="http://schemas.microsoft.com/office/drawing/2014/main" id="{6061BD3F-6584-0516-9DA7-E117FAF5AA3E}"/>
              </a:ext>
            </a:extLst>
          </p:cNvPr>
          <p:cNvSpPr txBox="1"/>
          <p:nvPr/>
        </p:nvSpPr>
        <p:spPr>
          <a:xfrm>
            <a:off x="2664542" y="6329641"/>
            <a:ext cx="872803" cy="369332"/>
          </a:xfrm>
          <a:prstGeom prst="rect">
            <a:avLst/>
          </a:prstGeom>
          <a:noFill/>
        </p:spPr>
        <p:txBody>
          <a:bodyPr wrap="none" rtlCol="0">
            <a:spAutoFit/>
          </a:bodyPr>
          <a:lstStyle/>
          <a:p>
            <a:r>
              <a:rPr lang="en-US" dirty="0"/>
              <a:t>PVPMC</a:t>
            </a:r>
          </a:p>
        </p:txBody>
      </p:sp>
    </p:spTree>
    <p:extLst>
      <p:ext uri="{BB962C8B-B14F-4D97-AF65-F5344CB8AC3E}">
        <p14:creationId xmlns:p14="http://schemas.microsoft.com/office/powerpoint/2010/main" val="2444909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CE1BE-46A9-65F0-D7D0-FD398361A436}"/>
              </a:ext>
            </a:extLst>
          </p:cNvPr>
          <p:cNvSpPr>
            <a:spLocks noGrp="1"/>
          </p:cNvSpPr>
          <p:nvPr>
            <p:ph type="title"/>
          </p:nvPr>
        </p:nvSpPr>
        <p:spPr>
          <a:xfrm>
            <a:off x="-206478" y="3850822"/>
            <a:ext cx="12242766" cy="2828273"/>
          </a:xfrm>
        </p:spPr>
        <p:txBody>
          <a:bodyPr>
            <a:noAutofit/>
          </a:bodyPr>
          <a:lstStyle/>
          <a:p>
            <a:r>
              <a:rPr lang="en-US" sz="7200" dirty="0" err="1"/>
              <a:t>Github</a:t>
            </a:r>
            <a:r>
              <a:rPr lang="en-US" sz="7200" dirty="0"/>
              <a:t>:</a:t>
            </a:r>
            <a:br>
              <a:rPr lang="en-US" sz="7200" dirty="0"/>
            </a:br>
            <a:r>
              <a:rPr lang="en-US" sz="5400" dirty="0"/>
              <a:t>https://github.com/PV-Tutorials/2026_pvlib-and-performance_CBENS</a:t>
            </a:r>
            <a:br>
              <a:rPr lang="en-US" sz="5400" dirty="0"/>
            </a:br>
            <a:br>
              <a:rPr lang="en-US" sz="5400" dirty="0"/>
            </a:br>
            <a:endParaRPr lang="en-US" sz="7200" dirty="0"/>
          </a:p>
        </p:txBody>
      </p:sp>
    </p:spTree>
    <p:extLst>
      <p:ext uri="{BB962C8B-B14F-4D97-AF65-F5344CB8AC3E}">
        <p14:creationId xmlns:p14="http://schemas.microsoft.com/office/powerpoint/2010/main" val="51124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49215-EAF5-4E5E-EDF7-F66B80AE3E82}"/>
              </a:ext>
            </a:extLst>
          </p:cNvPr>
          <p:cNvSpPr>
            <a:spLocks noGrp="1"/>
          </p:cNvSpPr>
          <p:nvPr>
            <p:ph type="title"/>
          </p:nvPr>
        </p:nvSpPr>
        <p:spPr>
          <a:xfrm>
            <a:off x="397565" y="318096"/>
            <a:ext cx="7221482" cy="531906"/>
          </a:xfrm>
        </p:spPr>
        <p:txBody>
          <a:bodyPr/>
          <a:lstStyle/>
          <a:p>
            <a:pPr algn="l"/>
            <a:r>
              <a:rPr lang="en-US" dirty="0"/>
              <a:t>Da </a:t>
            </a:r>
            <a:r>
              <a:rPr lang="en-US" dirty="0" err="1"/>
              <a:t>simulação</a:t>
            </a:r>
            <a:r>
              <a:rPr lang="en-US" dirty="0"/>
              <a:t> à </a:t>
            </a:r>
            <a:r>
              <a:rPr lang="en-US" dirty="0" err="1"/>
              <a:t>realidade</a:t>
            </a:r>
            <a:endParaRPr lang="en-US" dirty="0"/>
          </a:p>
        </p:txBody>
      </p:sp>
      <p:sp>
        <p:nvSpPr>
          <p:cNvPr id="3" name="Content Placeholder 2">
            <a:extLst>
              <a:ext uri="{FF2B5EF4-FFF2-40B4-BE49-F238E27FC236}">
                <a16:creationId xmlns:a16="http://schemas.microsoft.com/office/drawing/2014/main" id="{C451003F-33F2-E295-E8C6-9044BF0DFC6C}"/>
              </a:ext>
            </a:extLst>
          </p:cNvPr>
          <p:cNvSpPr>
            <a:spLocks noGrp="1"/>
          </p:cNvSpPr>
          <p:nvPr>
            <p:ph idx="4294967295"/>
          </p:nvPr>
        </p:nvSpPr>
        <p:spPr>
          <a:xfrm>
            <a:off x="838200" y="1496640"/>
            <a:ext cx="10515600" cy="4351338"/>
          </a:xfrm>
        </p:spPr>
        <p:txBody>
          <a:bodyPr>
            <a:normAutofit/>
          </a:bodyPr>
          <a:lstStyle/>
          <a:p>
            <a:pPr marL="0" indent="0">
              <a:buNone/>
            </a:pPr>
            <a:r>
              <a:rPr lang="en-US" dirty="0"/>
              <a:t>1. </a:t>
            </a:r>
            <a:r>
              <a:rPr lang="en-US" dirty="0" err="1"/>
              <a:t>Comparar</a:t>
            </a:r>
            <a:r>
              <a:rPr lang="en-US" dirty="0"/>
              <a:t> </a:t>
            </a:r>
            <a:r>
              <a:rPr lang="en-US" dirty="0" err="1"/>
              <a:t>previsões</a:t>
            </a:r>
            <a:r>
              <a:rPr lang="en-US" dirty="0"/>
              <a:t> e </a:t>
            </a:r>
            <a:r>
              <a:rPr lang="en-US" dirty="0" err="1"/>
              <a:t>medições</a:t>
            </a:r>
            <a:r>
              <a:rPr lang="en-US" dirty="0"/>
              <a:t> </a:t>
            </a:r>
          </a:p>
          <a:p>
            <a:pPr lvl="1"/>
            <a:r>
              <a:rPr lang="en-US" dirty="0"/>
              <a:t>O </a:t>
            </a:r>
            <a:r>
              <a:rPr lang="en-US" dirty="0" err="1"/>
              <a:t>modelo</a:t>
            </a:r>
            <a:r>
              <a:rPr lang="en-US" dirty="0"/>
              <a:t> </a:t>
            </a:r>
            <a:r>
              <a:rPr lang="en-US" dirty="0" err="1"/>
              <a:t>representa</a:t>
            </a:r>
            <a:r>
              <a:rPr lang="en-US" dirty="0"/>
              <a:t> o </a:t>
            </a:r>
            <a:r>
              <a:rPr lang="en-US" dirty="0" err="1"/>
              <a:t>desempenho</a:t>
            </a:r>
            <a:r>
              <a:rPr lang="en-US" dirty="0"/>
              <a:t> </a:t>
            </a:r>
            <a:r>
              <a:rPr lang="en-US" dirty="0" err="1"/>
              <a:t>observado</a:t>
            </a:r>
            <a:r>
              <a:rPr lang="en-US" dirty="0"/>
              <a:t>?</a:t>
            </a:r>
          </a:p>
          <a:p>
            <a:pPr marL="0" indent="0">
              <a:buNone/>
            </a:pPr>
            <a:r>
              <a:rPr lang="en-US" dirty="0"/>
              <a:t>2. </a:t>
            </a:r>
            <a:r>
              <a:rPr lang="en-US" dirty="0" err="1"/>
              <a:t>Avaliar</a:t>
            </a:r>
            <a:r>
              <a:rPr lang="en-US" dirty="0"/>
              <a:t> a </a:t>
            </a:r>
            <a:r>
              <a:rPr lang="en-US" dirty="0" err="1"/>
              <a:t>qualidade</a:t>
            </a:r>
            <a:r>
              <a:rPr lang="en-US" dirty="0"/>
              <a:t> dos dados (QA/QC) </a:t>
            </a:r>
          </a:p>
          <a:p>
            <a:pPr lvl="1"/>
            <a:r>
              <a:rPr lang="en-US" dirty="0"/>
              <a:t>Podemos </a:t>
            </a:r>
            <a:r>
              <a:rPr lang="en-US" dirty="0" err="1"/>
              <a:t>confiar</a:t>
            </a:r>
            <a:r>
              <a:rPr lang="en-US" dirty="0"/>
              <a:t> </a:t>
            </a:r>
            <a:r>
              <a:rPr lang="en-US" dirty="0" err="1"/>
              <a:t>nas</a:t>
            </a:r>
            <a:r>
              <a:rPr lang="en-US" dirty="0"/>
              <a:t> </a:t>
            </a:r>
            <a:r>
              <a:rPr lang="en-US" dirty="0" err="1"/>
              <a:t>medições</a:t>
            </a:r>
            <a:r>
              <a:rPr lang="en-US" dirty="0"/>
              <a:t>?</a:t>
            </a:r>
          </a:p>
          <a:p>
            <a:pPr marL="0" indent="0">
              <a:buNone/>
            </a:pPr>
            <a:r>
              <a:rPr lang="en-US" dirty="0"/>
              <a:t>3. </a:t>
            </a:r>
            <a:r>
              <a:rPr lang="en-US" dirty="0" err="1"/>
              <a:t>Investigar</a:t>
            </a:r>
            <a:r>
              <a:rPr lang="en-US" dirty="0"/>
              <a:t> </a:t>
            </a:r>
            <a:r>
              <a:rPr lang="en-US" dirty="0" err="1"/>
              <a:t>discrepâncias</a:t>
            </a:r>
            <a:r>
              <a:rPr lang="en-US" dirty="0"/>
              <a:t> </a:t>
            </a:r>
          </a:p>
          <a:p>
            <a:pPr lvl="1"/>
            <a:r>
              <a:rPr lang="en-US" dirty="0"/>
              <a:t>De </a:t>
            </a:r>
            <a:r>
              <a:rPr lang="en-US" dirty="0" err="1"/>
              <a:t>onde</a:t>
            </a:r>
            <a:r>
              <a:rPr lang="en-US" dirty="0"/>
              <a:t> </a:t>
            </a:r>
            <a:r>
              <a:rPr lang="en-US" dirty="0" err="1"/>
              <a:t>vêm</a:t>
            </a:r>
            <a:r>
              <a:rPr lang="en-US" dirty="0"/>
              <a:t> as </a:t>
            </a:r>
            <a:r>
              <a:rPr lang="en-US" dirty="0" err="1"/>
              <a:t>diferenças</a:t>
            </a:r>
            <a:r>
              <a:rPr lang="en-US" dirty="0"/>
              <a:t> entre o </a:t>
            </a:r>
            <a:r>
              <a:rPr lang="en-US" dirty="0" err="1"/>
              <a:t>modelo</a:t>
            </a:r>
            <a:r>
              <a:rPr lang="en-US" dirty="0"/>
              <a:t> e a </a:t>
            </a:r>
            <a:r>
              <a:rPr lang="en-US" dirty="0" err="1"/>
              <a:t>realidade</a:t>
            </a:r>
            <a:r>
              <a:rPr lang="en-US" dirty="0"/>
              <a:t>?</a:t>
            </a:r>
          </a:p>
          <a:p>
            <a:pPr marL="0" indent="0">
              <a:buNone/>
            </a:pPr>
            <a:r>
              <a:rPr lang="en-US" dirty="0"/>
              <a:t>4. </a:t>
            </a:r>
            <a:r>
              <a:rPr lang="en-US" dirty="0" err="1"/>
              <a:t>Aprimorar</a:t>
            </a:r>
            <a:r>
              <a:rPr lang="en-US" dirty="0"/>
              <a:t> o </a:t>
            </a:r>
            <a:r>
              <a:rPr lang="en-US" dirty="0" err="1"/>
              <a:t>modelo</a:t>
            </a:r>
            <a:r>
              <a:rPr lang="en-US" dirty="0"/>
              <a:t> </a:t>
            </a:r>
          </a:p>
          <a:p>
            <a:pPr lvl="1"/>
            <a:r>
              <a:rPr lang="en-US" dirty="0"/>
              <a:t>Quais </a:t>
            </a:r>
            <a:r>
              <a:rPr lang="en-US" dirty="0" err="1"/>
              <a:t>hipóteses</a:t>
            </a:r>
            <a:r>
              <a:rPr lang="en-US" dirty="0"/>
              <a:t>, </a:t>
            </a:r>
            <a:r>
              <a:rPr lang="en-US" dirty="0" err="1"/>
              <a:t>parâmetros</a:t>
            </a:r>
            <a:r>
              <a:rPr lang="en-US" dirty="0"/>
              <a:t> e </a:t>
            </a:r>
            <a:r>
              <a:rPr lang="en-US" dirty="0" err="1"/>
              <a:t>perdas</a:t>
            </a:r>
            <a:r>
              <a:rPr lang="en-US" dirty="0"/>
              <a:t> </a:t>
            </a:r>
            <a:r>
              <a:rPr lang="en-US" dirty="0" err="1"/>
              <a:t>precisam</a:t>
            </a:r>
            <a:r>
              <a:rPr lang="en-US" dirty="0"/>
              <a:t> ser </a:t>
            </a:r>
            <a:r>
              <a:rPr lang="en-US" dirty="0" err="1"/>
              <a:t>revisados</a:t>
            </a:r>
            <a:r>
              <a:rPr lang="en-US" dirty="0"/>
              <a:t>?</a:t>
            </a:r>
          </a:p>
          <a:p>
            <a:pPr marL="0" indent="0">
              <a:buNone/>
            </a:pPr>
            <a:r>
              <a:rPr lang="en-US" dirty="0"/>
              <a:t>5. </a:t>
            </a:r>
            <a:r>
              <a:rPr lang="en-US" dirty="0" err="1"/>
              <a:t>Quantificar</a:t>
            </a:r>
            <a:r>
              <a:rPr lang="en-US" dirty="0"/>
              <a:t> </a:t>
            </a:r>
            <a:r>
              <a:rPr lang="en-US" dirty="0" err="1"/>
              <a:t>incertezas</a:t>
            </a:r>
            <a:r>
              <a:rPr lang="en-US" dirty="0"/>
              <a:t> e </a:t>
            </a:r>
            <a:r>
              <a:rPr lang="en-US" dirty="0" err="1"/>
              <a:t>avaliar</a:t>
            </a:r>
            <a:r>
              <a:rPr lang="en-US" dirty="0"/>
              <a:t> a </a:t>
            </a:r>
            <a:r>
              <a:rPr lang="en-US" dirty="0" err="1"/>
              <a:t>bancabilidade</a:t>
            </a:r>
            <a:endParaRPr lang="en-US" dirty="0"/>
          </a:p>
          <a:p>
            <a:pPr lvl="1"/>
            <a:r>
              <a:rPr lang="en-US" dirty="0" err="1"/>
              <a:t>Quão</a:t>
            </a:r>
            <a:r>
              <a:rPr lang="en-US" dirty="0"/>
              <a:t> </a:t>
            </a:r>
            <a:r>
              <a:rPr lang="en-US" dirty="0" err="1"/>
              <a:t>confiáveis</a:t>
            </a:r>
            <a:r>
              <a:rPr lang="en-US" dirty="0"/>
              <a:t> </a:t>
            </a:r>
            <a:r>
              <a:rPr lang="en-US" dirty="0" err="1"/>
              <a:t>são</a:t>
            </a:r>
            <a:r>
              <a:rPr lang="en-US" dirty="0"/>
              <a:t> </a:t>
            </a:r>
            <a:r>
              <a:rPr lang="en-US" dirty="0" err="1"/>
              <a:t>nossas</a:t>
            </a:r>
            <a:r>
              <a:rPr lang="en-US" dirty="0"/>
              <a:t> </a:t>
            </a:r>
            <a:r>
              <a:rPr lang="en-US" dirty="0" err="1"/>
              <a:t>previsões</a:t>
            </a:r>
            <a:r>
              <a:rPr lang="en-US" dirty="0"/>
              <a:t> e </a:t>
            </a:r>
            <a:r>
              <a:rPr lang="en-US" dirty="0" err="1"/>
              <a:t>suas</a:t>
            </a:r>
            <a:r>
              <a:rPr lang="en-US" dirty="0"/>
              <a:t> </a:t>
            </a:r>
            <a:r>
              <a:rPr lang="en-US" dirty="0" err="1"/>
              <a:t>implicações</a:t>
            </a:r>
            <a:r>
              <a:rPr lang="en-US" dirty="0"/>
              <a:t> </a:t>
            </a:r>
            <a:r>
              <a:rPr lang="en-US" dirty="0" err="1"/>
              <a:t>financeiras</a:t>
            </a:r>
            <a:r>
              <a:rPr lang="en-US" dirty="0"/>
              <a:t>?</a:t>
            </a:r>
          </a:p>
        </p:txBody>
      </p:sp>
    </p:spTree>
    <p:extLst>
      <p:ext uri="{BB962C8B-B14F-4D97-AF65-F5344CB8AC3E}">
        <p14:creationId xmlns:p14="http://schemas.microsoft.com/office/powerpoint/2010/main" val="1319136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3FB7A9D-CDBE-9623-D8E5-4D684EA85181}"/>
              </a:ext>
            </a:extLst>
          </p:cNvPr>
          <p:cNvSpPr>
            <a:spLocks noGrp="1"/>
          </p:cNvSpPr>
          <p:nvPr>
            <p:ph type="body" sz="quarter" idx="4294967295"/>
          </p:nvPr>
        </p:nvSpPr>
        <p:spPr>
          <a:xfrm>
            <a:off x="364540" y="1434410"/>
            <a:ext cx="5291138" cy="4927600"/>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38.3 MW</a:t>
            </a:r>
            <a:r>
              <a:rPr lang="en-US" baseline="-25000" dirty="0">
                <a:latin typeface="Calibri" panose="020F0502020204030204" pitchFamily="34" charset="0"/>
                <a:ea typeface="Calibri" panose="020F0502020204030204" pitchFamily="34" charset="0"/>
                <a:cs typeface="Calibri" panose="020F0502020204030204" pitchFamily="34" charset="0"/>
              </a:rPr>
              <a:t>DC</a:t>
            </a:r>
            <a:r>
              <a:rPr lang="en-US" dirty="0">
                <a:latin typeface="Calibri" panose="020F0502020204030204" pitchFamily="34" charset="0"/>
                <a:ea typeface="Calibri" panose="020F0502020204030204" pitchFamily="34" charset="0"/>
                <a:cs typeface="Calibri" panose="020F0502020204030204" pitchFamily="34" charset="0"/>
              </a:rPr>
              <a:t> site from DOE data prize public dataset</a:t>
            </a:r>
          </a:p>
          <a:p>
            <a:r>
              <a:rPr lang="en-US" dirty="0">
                <a:latin typeface="Calibri" panose="020F0502020204030204" pitchFamily="34" charset="0"/>
                <a:ea typeface="Calibri" panose="020F0502020204030204" pitchFamily="34" charset="0"/>
                <a:cs typeface="Calibri" panose="020F0502020204030204" pitchFamily="34" charset="0"/>
              </a:rPr>
              <a:t>Commissioned in 2013 </a:t>
            </a:r>
          </a:p>
          <a:p>
            <a:pPr lvl="1"/>
            <a:r>
              <a:rPr lang="en-US" dirty="0">
                <a:latin typeface="Calibri" panose="020F0502020204030204" pitchFamily="34" charset="0"/>
                <a:ea typeface="Calibri" panose="020F0502020204030204" pitchFamily="34" charset="0"/>
                <a:cs typeface="Calibri" panose="020F0502020204030204" pitchFamily="34" charset="0"/>
              </a:rPr>
              <a:t>~130k mc-Si modules, ~300 Wp</a:t>
            </a:r>
          </a:p>
          <a:p>
            <a:pPr lvl="1"/>
            <a:r>
              <a:rPr lang="en-US" dirty="0">
                <a:latin typeface="Calibri" panose="020F0502020204030204" pitchFamily="34" charset="0"/>
                <a:ea typeface="Calibri" panose="020F0502020204030204" pitchFamily="34" charset="0"/>
                <a:cs typeface="Calibri" panose="020F0502020204030204" pitchFamily="34" charset="0"/>
              </a:rPr>
              <a:t>40 central inverters (750kW</a:t>
            </a:r>
            <a:r>
              <a:rPr lang="en-US" baseline="-25000" dirty="0">
                <a:latin typeface="Calibri" panose="020F0502020204030204" pitchFamily="34" charset="0"/>
                <a:ea typeface="Calibri" panose="020F0502020204030204" pitchFamily="34" charset="0"/>
                <a:cs typeface="Calibri" panose="020F0502020204030204" pitchFamily="34" charset="0"/>
              </a:rPr>
              <a:t>AC</a:t>
            </a:r>
            <a:r>
              <a:rPr lang="en-US" dirty="0">
                <a:latin typeface="Calibri" panose="020F0502020204030204" pitchFamily="34" charset="0"/>
                <a:ea typeface="Calibri" panose="020F0502020204030204" pitchFamily="34" charset="0"/>
                <a:cs typeface="Calibri" panose="020F0502020204030204" pitchFamily="34" charset="0"/>
              </a:rPr>
              <a:t> – 825kW</a:t>
            </a:r>
            <a:r>
              <a:rPr lang="en-US" baseline="-25000" dirty="0">
                <a:latin typeface="Calibri" panose="020F0502020204030204" pitchFamily="34" charset="0"/>
                <a:ea typeface="Calibri" panose="020F0502020204030204" pitchFamily="34" charset="0"/>
                <a:cs typeface="Calibri" panose="020F0502020204030204" pitchFamily="34" charset="0"/>
              </a:rPr>
              <a:t>AC</a:t>
            </a:r>
            <a:r>
              <a:rPr lang="en-US" dirty="0">
                <a:latin typeface="Calibri" panose="020F0502020204030204" pitchFamily="34" charset="0"/>
                <a:ea typeface="Calibri" panose="020F0502020204030204" pitchFamily="34" charset="0"/>
                <a:cs typeface="Calibri" panose="020F0502020204030204" pitchFamily="34" charset="0"/>
              </a:rPr>
              <a:t>), 280 combiners monitoring 3404 DC current strings, 2 revenue-grade meters</a:t>
            </a:r>
          </a:p>
        </p:txBody>
      </p:sp>
      <p:pic>
        <p:nvPicPr>
          <p:cNvPr id="3" name="Picture 2">
            <a:extLst>
              <a:ext uri="{FF2B5EF4-FFF2-40B4-BE49-F238E27FC236}">
                <a16:creationId xmlns:a16="http://schemas.microsoft.com/office/drawing/2014/main" id="{4E2581EF-40A3-D2A1-23E4-CFD88F649B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84873" y="1061924"/>
            <a:ext cx="5142587" cy="5142587"/>
          </a:xfrm>
          <a:prstGeom prst="rect">
            <a:avLst/>
          </a:prstGeom>
        </p:spPr>
      </p:pic>
      <p:sp>
        <p:nvSpPr>
          <p:cNvPr id="6" name="TextBox 5">
            <a:extLst>
              <a:ext uri="{FF2B5EF4-FFF2-40B4-BE49-F238E27FC236}">
                <a16:creationId xmlns:a16="http://schemas.microsoft.com/office/drawing/2014/main" id="{5ACE04A3-0DE3-EB35-9078-9FF5FDDF1A30}"/>
              </a:ext>
            </a:extLst>
          </p:cNvPr>
          <p:cNvSpPr txBox="1"/>
          <p:nvPr/>
        </p:nvSpPr>
        <p:spPr>
          <a:xfrm rot="16200000">
            <a:off x="10977762" y="5420121"/>
            <a:ext cx="1961005"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377" rtl="0" eaLnBrk="0" fontAlgn="base" latinLnBrk="0" hangingPunct="0">
              <a:lnSpc>
                <a:spcPct val="100000"/>
              </a:lnSpc>
              <a:spcBef>
                <a:spcPct val="5000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a:ea typeface="+mn-ea"/>
                <a:cs typeface="+mn-cs"/>
              </a:rPr>
              <a:t>Credit: Google Earth</a:t>
            </a:r>
            <a:r>
              <a:rPr kumimoji="0" sz="1100" b="0" i="0" u="none" strike="noStrike" kern="1200" cap="none" spc="0" normalizeH="0" baseline="0" noProof="0">
                <a:ln>
                  <a:noFill/>
                </a:ln>
                <a:solidFill>
                  <a:srgbClr val="000000"/>
                </a:solidFill>
                <a:effectLst/>
                <a:uLnTx/>
                <a:uFillTx/>
                <a:latin typeface="Calibri"/>
                <a:ea typeface="Calibri"/>
                <a:cs typeface="Calibri"/>
              </a:rPr>
              <a:t>​</a:t>
            </a:r>
            <a:endParaRPr kumimoji="0" lang="en-US" sz="1100" b="0" i="0" u="none" strike="noStrike" kern="1200" cap="none" spc="0" normalizeH="0" baseline="0" noProof="0">
              <a:ln>
                <a:noFill/>
              </a:ln>
              <a:solidFill>
                <a:srgbClr val="000000"/>
              </a:solidFill>
              <a:effectLst/>
              <a:uLnTx/>
              <a:uFillTx/>
              <a:latin typeface="Arial" charset="0"/>
              <a:ea typeface="+mn-ea"/>
              <a:cs typeface="Arial"/>
            </a:endParaRPr>
          </a:p>
        </p:txBody>
      </p:sp>
      <p:sp>
        <p:nvSpPr>
          <p:cNvPr id="10" name="Title 4">
            <a:extLst>
              <a:ext uri="{FF2B5EF4-FFF2-40B4-BE49-F238E27FC236}">
                <a16:creationId xmlns:a16="http://schemas.microsoft.com/office/drawing/2014/main" id="{E6CF94E8-6C8B-4D54-E4C6-853BB113DF11}"/>
              </a:ext>
            </a:extLst>
          </p:cNvPr>
          <p:cNvSpPr>
            <a:spLocks noGrp="1"/>
          </p:cNvSpPr>
          <p:nvPr>
            <p:ph type="title"/>
          </p:nvPr>
        </p:nvSpPr>
        <p:spPr>
          <a:xfrm>
            <a:off x="377190" y="526527"/>
            <a:ext cx="9178290" cy="531906"/>
          </a:xfrm>
        </p:spPr>
        <p:txBody>
          <a:bodyPr>
            <a:noAutofit/>
          </a:bodyPr>
          <a:lstStyle/>
          <a:p>
            <a:pPr algn="l"/>
            <a:r>
              <a:rPr lang="en-US" dirty="0"/>
              <a:t>Tarde: </a:t>
            </a:r>
            <a:br>
              <a:rPr lang="en-US" dirty="0"/>
            </a:br>
            <a:r>
              <a:rPr lang="en-US" dirty="0"/>
              <a:t>Caso de </a:t>
            </a:r>
            <a:r>
              <a:rPr lang="en-US" dirty="0" err="1"/>
              <a:t>estudo</a:t>
            </a:r>
            <a:br>
              <a:rPr lang="en-US" dirty="0"/>
            </a:br>
            <a:endParaRPr lang="en-US" dirty="0"/>
          </a:p>
        </p:txBody>
      </p:sp>
    </p:spTree>
    <p:extLst>
      <p:ext uri="{BB962C8B-B14F-4D97-AF65-F5344CB8AC3E}">
        <p14:creationId xmlns:p14="http://schemas.microsoft.com/office/powerpoint/2010/main" val="1894621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42DCB-BA0D-AB02-D7BC-D0EABF156A57}"/>
              </a:ext>
            </a:extLst>
          </p:cNvPr>
          <p:cNvSpPr>
            <a:spLocks noGrp="1"/>
          </p:cNvSpPr>
          <p:nvPr>
            <p:ph type="title"/>
          </p:nvPr>
        </p:nvSpPr>
        <p:spPr>
          <a:xfrm>
            <a:off x="327991" y="415084"/>
            <a:ext cx="7221482" cy="531906"/>
          </a:xfrm>
        </p:spPr>
        <p:txBody>
          <a:bodyPr/>
          <a:lstStyle/>
          <a:p>
            <a:r>
              <a:rPr lang="en-US" b="1" dirty="0" err="1"/>
              <a:t>Desafio</a:t>
            </a:r>
            <a:r>
              <a:rPr lang="en-US" b="1" dirty="0"/>
              <a:t> da </a:t>
            </a:r>
            <a:r>
              <a:rPr lang="en-US" b="1" dirty="0" err="1"/>
              <a:t>tarde</a:t>
            </a:r>
            <a:r>
              <a:rPr lang="en-US" b="1" dirty="0"/>
              <a:t> — </a:t>
            </a:r>
            <a:r>
              <a:rPr lang="en-US" b="1" dirty="0" err="1"/>
              <a:t>Escolha</a:t>
            </a:r>
            <a:r>
              <a:rPr lang="en-US" b="1" dirty="0"/>
              <a:t> </a:t>
            </a:r>
            <a:r>
              <a:rPr lang="en-US" b="1" dirty="0" err="1"/>
              <a:t>sua</a:t>
            </a:r>
            <a:r>
              <a:rPr lang="en-US" b="1" dirty="0"/>
              <a:t> </a:t>
            </a:r>
            <a:r>
              <a:rPr lang="en-US" b="1" dirty="0" err="1"/>
              <a:t>investigação</a:t>
            </a:r>
            <a:r>
              <a:rPr lang="en-US" b="1" dirty="0"/>
              <a:t>!</a:t>
            </a:r>
          </a:p>
        </p:txBody>
      </p:sp>
      <p:sp>
        <p:nvSpPr>
          <p:cNvPr id="3" name="Content Placeholder 2">
            <a:extLst>
              <a:ext uri="{FF2B5EF4-FFF2-40B4-BE49-F238E27FC236}">
                <a16:creationId xmlns:a16="http://schemas.microsoft.com/office/drawing/2014/main" id="{725D2EB8-D816-701B-3150-8E4BB02A50E7}"/>
              </a:ext>
            </a:extLst>
          </p:cNvPr>
          <p:cNvSpPr>
            <a:spLocks noGrp="1"/>
          </p:cNvSpPr>
          <p:nvPr>
            <p:ph idx="4294967295"/>
          </p:nvPr>
        </p:nvSpPr>
        <p:spPr>
          <a:xfrm>
            <a:off x="649357" y="2193373"/>
            <a:ext cx="10515600" cy="4351338"/>
          </a:xfrm>
        </p:spPr>
        <p:txBody>
          <a:bodyPr>
            <a:normAutofit fontScale="85000" lnSpcReduction="20000"/>
          </a:bodyPr>
          <a:lstStyle/>
          <a:p>
            <a:pPr marL="114300" indent="0">
              <a:buNone/>
            </a:pPr>
            <a:r>
              <a:rPr lang="en-US" b="1" dirty="0"/>
              <a:t>1. </a:t>
            </a:r>
            <a:r>
              <a:rPr lang="en-US" b="1" dirty="0" err="1"/>
              <a:t>Qualidade</a:t>
            </a:r>
            <a:r>
              <a:rPr lang="en-US" b="1" dirty="0"/>
              <a:t> dos dados (QA/QC) </a:t>
            </a:r>
            <a:r>
              <a:rPr lang="en-US" dirty="0" err="1"/>
              <a:t>Identificar</a:t>
            </a:r>
            <a:r>
              <a:rPr lang="en-US" dirty="0"/>
              <a:t> dados </a:t>
            </a:r>
            <a:r>
              <a:rPr lang="en-US" dirty="0" err="1"/>
              <a:t>ausentes</a:t>
            </a:r>
            <a:r>
              <a:rPr lang="en-US" dirty="0"/>
              <a:t>, outliers, </a:t>
            </a:r>
            <a:r>
              <a:rPr lang="en-US" dirty="0" err="1"/>
              <a:t>valores</a:t>
            </a:r>
            <a:r>
              <a:rPr lang="en-US" dirty="0"/>
              <a:t> </a:t>
            </a:r>
            <a:r>
              <a:rPr lang="en-US" dirty="0" err="1"/>
              <a:t>fisicamente</a:t>
            </a:r>
            <a:r>
              <a:rPr lang="en-US" dirty="0"/>
              <a:t> </a:t>
            </a:r>
            <a:r>
              <a:rPr lang="en-US" dirty="0" err="1"/>
              <a:t>impossíveis</a:t>
            </a:r>
            <a:r>
              <a:rPr lang="en-US" dirty="0"/>
              <a:t> e </a:t>
            </a:r>
            <a:r>
              <a:rPr lang="en-US" dirty="0" err="1"/>
              <a:t>problemas</a:t>
            </a:r>
            <a:r>
              <a:rPr lang="en-US" dirty="0"/>
              <a:t> de </a:t>
            </a:r>
            <a:r>
              <a:rPr lang="en-US" dirty="0" err="1"/>
              <a:t>alinhamento</a:t>
            </a:r>
            <a:r>
              <a:rPr lang="en-US" dirty="0"/>
              <a:t> temporal.</a:t>
            </a:r>
          </a:p>
          <a:p>
            <a:pPr marL="114300" indent="0">
              <a:buNone/>
            </a:pPr>
            <a:endParaRPr lang="en-US" dirty="0"/>
          </a:p>
          <a:p>
            <a:pPr marL="114300" indent="0">
              <a:buNone/>
            </a:pPr>
            <a:r>
              <a:rPr lang="en-US" b="1" dirty="0"/>
              <a:t>2. </a:t>
            </a:r>
            <a:r>
              <a:rPr lang="en-US" b="1" dirty="0" err="1"/>
              <a:t>Avaliação</a:t>
            </a:r>
            <a:r>
              <a:rPr lang="en-US" b="1" dirty="0"/>
              <a:t> do </a:t>
            </a:r>
            <a:r>
              <a:rPr lang="en-US" b="1" dirty="0" err="1"/>
              <a:t>modelo</a:t>
            </a:r>
            <a:r>
              <a:rPr lang="en-US" b="1" dirty="0"/>
              <a:t> </a:t>
            </a:r>
            <a:r>
              <a:rPr lang="en-US" b="1" dirty="0" err="1"/>
              <a:t>Calcular</a:t>
            </a:r>
            <a:r>
              <a:rPr lang="en-US" b="1" dirty="0"/>
              <a:t> MBE, MAE, RMSE e </a:t>
            </a:r>
            <a:r>
              <a:rPr lang="en-US" b="1" dirty="0" err="1"/>
              <a:t>erros</a:t>
            </a:r>
            <a:r>
              <a:rPr lang="en-US" b="1" dirty="0"/>
              <a:t> </a:t>
            </a:r>
            <a:r>
              <a:rPr lang="en-US" b="1" dirty="0" err="1"/>
              <a:t>normalizados</a:t>
            </a:r>
            <a:r>
              <a:rPr lang="en-US" dirty="0"/>
              <a:t>. </a:t>
            </a:r>
            <a:r>
              <a:rPr lang="en-US" dirty="0" err="1"/>
              <a:t>Comparar</a:t>
            </a:r>
            <a:r>
              <a:rPr lang="en-US" dirty="0"/>
              <a:t> </a:t>
            </a:r>
            <a:r>
              <a:rPr lang="en-US" dirty="0" err="1"/>
              <a:t>resultados</a:t>
            </a:r>
            <a:r>
              <a:rPr lang="en-US" dirty="0"/>
              <a:t> </a:t>
            </a:r>
            <a:r>
              <a:rPr lang="en-US" dirty="0" err="1"/>
              <a:t>horários</a:t>
            </a:r>
            <a:r>
              <a:rPr lang="en-US" dirty="0"/>
              <a:t>, </a:t>
            </a:r>
            <a:r>
              <a:rPr lang="en-US" dirty="0" err="1"/>
              <a:t>mensais</a:t>
            </a:r>
            <a:r>
              <a:rPr lang="en-US" dirty="0"/>
              <a:t> e </a:t>
            </a:r>
            <a:r>
              <a:rPr lang="en-US" dirty="0" err="1"/>
              <a:t>anuais</a:t>
            </a:r>
            <a:r>
              <a:rPr lang="en-US" dirty="0"/>
              <a:t>.</a:t>
            </a:r>
          </a:p>
          <a:p>
            <a:pPr marL="114300" indent="0">
              <a:buNone/>
            </a:pPr>
            <a:endParaRPr lang="en-US" dirty="0"/>
          </a:p>
          <a:p>
            <a:pPr marL="114300" indent="0">
              <a:buNone/>
            </a:pPr>
            <a:r>
              <a:rPr lang="en-US" b="1" dirty="0"/>
              <a:t>3. </a:t>
            </a:r>
            <a:r>
              <a:rPr lang="en-US" b="1" dirty="0" err="1"/>
              <a:t>Investigação</a:t>
            </a:r>
            <a:r>
              <a:rPr lang="en-US" b="1" dirty="0"/>
              <a:t> de </a:t>
            </a:r>
            <a:r>
              <a:rPr lang="en-US" b="1" dirty="0" err="1"/>
              <a:t>discrepâncias</a:t>
            </a:r>
            <a:r>
              <a:rPr lang="en-US" b="1" dirty="0"/>
              <a:t> </a:t>
            </a:r>
            <a:r>
              <a:rPr lang="en-US" dirty="0" err="1"/>
              <a:t>Analisar</a:t>
            </a:r>
            <a:r>
              <a:rPr lang="en-US" dirty="0"/>
              <a:t> </a:t>
            </a:r>
            <a:r>
              <a:rPr lang="en-US" dirty="0" err="1"/>
              <a:t>os</a:t>
            </a:r>
            <a:r>
              <a:rPr lang="en-US" dirty="0"/>
              <a:t> </a:t>
            </a:r>
            <a:r>
              <a:rPr lang="en-US" dirty="0" err="1"/>
              <a:t>erros</a:t>
            </a:r>
            <a:r>
              <a:rPr lang="en-US" dirty="0"/>
              <a:t> </a:t>
            </a:r>
            <a:r>
              <a:rPr lang="en-US" dirty="0" err="1"/>
              <a:t>por</a:t>
            </a:r>
            <a:r>
              <a:rPr lang="en-US" dirty="0"/>
              <a:t> </a:t>
            </a:r>
            <a:r>
              <a:rPr lang="en-US" dirty="0" err="1"/>
              <a:t>irradiância</a:t>
            </a:r>
            <a:r>
              <a:rPr lang="en-US" dirty="0"/>
              <a:t>, </a:t>
            </a:r>
            <a:r>
              <a:rPr lang="en-US" dirty="0" err="1"/>
              <a:t>temperatura</a:t>
            </a:r>
            <a:r>
              <a:rPr lang="en-US" dirty="0"/>
              <a:t>, </a:t>
            </a:r>
            <a:r>
              <a:rPr lang="en-US" dirty="0" err="1"/>
              <a:t>estação</a:t>
            </a:r>
            <a:r>
              <a:rPr lang="en-US" dirty="0"/>
              <a:t> do </a:t>
            </a:r>
            <a:r>
              <a:rPr lang="en-US" dirty="0" err="1"/>
              <a:t>ano</a:t>
            </a:r>
            <a:r>
              <a:rPr lang="en-US" dirty="0"/>
              <a:t> </a:t>
            </a:r>
            <a:r>
              <a:rPr lang="en-US" dirty="0" err="1"/>
              <a:t>ou</a:t>
            </a:r>
            <a:r>
              <a:rPr lang="en-US" dirty="0"/>
              <a:t> </a:t>
            </a:r>
            <a:r>
              <a:rPr lang="en-US" dirty="0" err="1"/>
              <a:t>horário</a:t>
            </a:r>
            <a:r>
              <a:rPr lang="en-US" dirty="0"/>
              <a:t> do dia. Onde o </a:t>
            </a:r>
            <a:r>
              <a:rPr lang="en-US" dirty="0" err="1"/>
              <a:t>modelo</a:t>
            </a:r>
            <a:r>
              <a:rPr lang="en-US" dirty="0"/>
              <a:t> </a:t>
            </a:r>
            <a:r>
              <a:rPr lang="en-US" dirty="0" err="1"/>
              <a:t>apresenta</a:t>
            </a:r>
            <a:r>
              <a:rPr lang="en-US" dirty="0"/>
              <a:t> </a:t>
            </a:r>
            <a:r>
              <a:rPr lang="en-US" dirty="0" err="1"/>
              <a:t>maiores</a:t>
            </a:r>
            <a:r>
              <a:rPr lang="en-US" dirty="0"/>
              <a:t> </a:t>
            </a:r>
            <a:r>
              <a:rPr lang="en-US" dirty="0" err="1"/>
              <a:t>diferenças</a:t>
            </a:r>
            <a:r>
              <a:rPr lang="en-US" dirty="0"/>
              <a:t>?</a:t>
            </a:r>
          </a:p>
          <a:p>
            <a:pPr marL="114300" indent="0">
              <a:buNone/>
            </a:pPr>
            <a:endParaRPr lang="en-US" dirty="0"/>
          </a:p>
          <a:p>
            <a:pPr marL="114300" indent="0">
              <a:buNone/>
            </a:pPr>
            <a:r>
              <a:rPr lang="en-US" b="1" dirty="0"/>
              <a:t>4. </a:t>
            </a:r>
            <a:r>
              <a:rPr lang="en-US" b="1" dirty="0" err="1"/>
              <a:t>Melhorias</a:t>
            </a:r>
            <a:r>
              <a:rPr lang="en-US" b="1" dirty="0"/>
              <a:t> </a:t>
            </a:r>
            <a:r>
              <a:rPr lang="en-US" b="1" dirty="0" err="1"/>
              <a:t>na</a:t>
            </a:r>
            <a:r>
              <a:rPr lang="en-US" b="1" dirty="0"/>
              <a:t> </a:t>
            </a:r>
            <a:r>
              <a:rPr lang="en-US" b="1" dirty="0" err="1"/>
              <a:t>simulação</a:t>
            </a:r>
            <a:r>
              <a:rPr lang="en-US" b="1" dirty="0"/>
              <a:t> </a:t>
            </a:r>
            <a:r>
              <a:rPr lang="en-US" dirty="0" err="1"/>
              <a:t>Investigar</a:t>
            </a:r>
            <a:r>
              <a:rPr lang="en-US" dirty="0"/>
              <a:t> o </a:t>
            </a:r>
            <a:r>
              <a:rPr lang="en-US" dirty="0" err="1"/>
              <a:t>impacto</a:t>
            </a:r>
            <a:r>
              <a:rPr lang="en-US" dirty="0"/>
              <a:t> das </a:t>
            </a:r>
            <a:r>
              <a:rPr lang="en-US" dirty="0" err="1"/>
              <a:t>perdas</a:t>
            </a:r>
            <a:r>
              <a:rPr lang="en-US" dirty="0"/>
              <a:t>, </a:t>
            </a:r>
            <a:r>
              <a:rPr lang="en-US" dirty="0" err="1"/>
              <a:t>degradação</a:t>
            </a:r>
            <a:r>
              <a:rPr lang="en-US" dirty="0"/>
              <a:t>, </a:t>
            </a:r>
            <a:r>
              <a:rPr lang="en-US" dirty="0" err="1"/>
              <a:t>disponibilidade</a:t>
            </a:r>
            <a:r>
              <a:rPr lang="en-US" dirty="0"/>
              <a:t> dos </a:t>
            </a:r>
            <a:r>
              <a:rPr lang="en-US" dirty="0" err="1"/>
              <a:t>inversores</a:t>
            </a:r>
            <a:r>
              <a:rPr lang="en-US" dirty="0"/>
              <a:t> e </a:t>
            </a:r>
            <a:r>
              <a:rPr lang="en-US" dirty="0" err="1"/>
              <a:t>parâmetros</a:t>
            </a:r>
            <a:r>
              <a:rPr lang="en-US" dirty="0"/>
              <a:t> do </a:t>
            </a:r>
            <a:r>
              <a:rPr lang="en-US" dirty="0" err="1"/>
              <a:t>modelo</a:t>
            </a:r>
            <a:r>
              <a:rPr lang="en-US" dirty="0"/>
              <a:t>.</a:t>
            </a:r>
          </a:p>
          <a:p>
            <a:pPr marL="114300" indent="0">
              <a:buNone/>
            </a:pPr>
            <a:endParaRPr lang="en-US" dirty="0"/>
          </a:p>
          <a:p>
            <a:pPr marL="114300" indent="0">
              <a:buNone/>
            </a:pPr>
            <a:r>
              <a:rPr lang="en-US" b="1" dirty="0"/>
              <a:t>5. </a:t>
            </a:r>
            <a:r>
              <a:rPr lang="en-US" b="1" dirty="0" err="1"/>
              <a:t>Incerteza</a:t>
            </a:r>
            <a:r>
              <a:rPr lang="en-US" b="1" dirty="0"/>
              <a:t> e </a:t>
            </a:r>
            <a:r>
              <a:rPr lang="en-US" b="1" dirty="0" err="1"/>
              <a:t>sensibilidade</a:t>
            </a:r>
            <a:r>
              <a:rPr lang="en-US" dirty="0"/>
              <a:t> Variar </a:t>
            </a:r>
            <a:r>
              <a:rPr lang="en-US" dirty="0" err="1"/>
              <a:t>parâmetros</a:t>
            </a:r>
            <a:r>
              <a:rPr lang="en-US" dirty="0"/>
              <a:t> de entrada e </a:t>
            </a:r>
            <a:r>
              <a:rPr lang="en-US" dirty="0" err="1"/>
              <a:t>avaliar</a:t>
            </a:r>
            <a:r>
              <a:rPr lang="en-US" dirty="0"/>
              <a:t> </a:t>
            </a:r>
            <a:r>
              <a:rPr lang="en-US" dirty="0" err="1"/>
              <a:t>como</a:t>
            </a:r>
            <a:r>
              <a:rPr lang="en-US" dirty="0"/>
              <a:t> as </a:t>
            </a:r>
            <a:r>
              <a:rPr lang="en-US" dirty="0" err="1"/>
              <a:t>hipóteses</a:t>
            </a:r>
            <a:r>
              <a:rPr lang="en-US" dirty="0"/>
              <a:t> </a:t>
            </a:r>
            <a:r>
              <a:rPr lang="en-US" dirty="0" err="1"/>
              <a:t>afetam</a:t>
            </a:r>
            <a:r>
              <a:rPr lang="en-US" dirty="0"/>
              <a:t> as </a:t>
            </a:r>
            <a:r>
              <a:rPr lang="en-US" dirty="0" err="1"/>
              <a:t>previsões</a:t>
            </a:r>
            <a:r>
              <a:rPr lang="en-US" dirty="0"/>
              <a:t>.</a:t>
            </a:r>
          </a:p>
        </p:txBody>
      </p:sp>
      <p:sp>
        <p:nvSpPr>
          <p:cNvPr id="5" name="TextBox 4">
            <a:extLst>
              <a:ext uri="{FF2B5EF4-FFF2-40B4-BE49-F238E27FC236}">
                <a16:creationId xmlns:a16="http://schemas.microsoft.com/office/drawing/2014/main" id="{B8ADC788-D97C-2CDF-9611-02FD609669C4}"/>
              </a:ext>
            </a:extLst>
          </p:cNvPr>
          <p:cNvSpPr txBox="1"/>
          <p:nvPr/>
        </p:nvSpPr>
        <p:spPr>
          <a:xfrm>
            <a:off x="1647410" y="1154683"/>
            <a:ext cx="9066972" cy="830997"/>
          </a:xfrm>
          <a:prstGeom prst="rect">
            <a:avLst/>
          </a:prstGeom>
          <a:noFill/>
        </p:spPr>
        <p:txBody>
          <a:bodyPr wrap="square">
            <a:spAutoFit/>
          </a:bodyPr>
          <a:lstStyle/>
          <a:p>
            <a:r>
              <a:rPr lang="en-US" sz="2400" dirty="0" err="1"/>
              <a:t>Objetivo</a:t>
            </a:r>
            <a:r>
              <a:rPr lang="en-US" sz="2400" dirty="0"/>
              <a:t>: </a:t>
            </a:r>
            <a:r>
              <a:rPr lang="en-US" sz="2400" dirty="0" err="1"/>
              <a:t>Escolha</a:t>
            </a:r>
            <a:r>
              <a:rPr lang="en-US" sz="2400" dirty="0"/>
              <a:t> um </a:t>
            </a:r>
            <a:r>
              <a:rPr lang="en-US" sz="2400" dirty="0" err="1"/>
              <a:t>desafio</a:t>
            </a:r>
            <a:r>
              <a:rPr lang="en-US" sz="2400" dirty="0"/>
              <a:t>, </a:t>
            </a:r>
            <a:r>
              <a:rPr lang="en-US" sz="2400" dirty="0" err="1"/>
              <a:t>trabalhe</a:t>
            </a:r>
            <a:r>
              <a:rPr lang="en-US" sz="2400" dirty="0"/>
              <a:t> </a:t>
            </a:r>
            <a:r>
              <a:rPr lang="en-US" sz="2400" dirty="0" err="1"/>
              <a:t>em</a:t>
            </a:r>
            <a:r>
              <a:rPr lang="en-US" sz="2400" dirty="0"/>
              <a:t> equipe e </a:t>
            </a:r>
            <a:r>
              <a:rPr lang="en-US" sz="2400" dirty="0" err="1"/>
              <a:t>apresente</a:t>
            </a:r>
            <a:r>
              <a:rPr lang="en-US" sz="2400" dirty="0"/>
              <a:t> </a:t>
            </a:r>
            <a:r>
              <a:rPr lang="en-US" sz="2400" dirty="0" err="1"/>
              <a:t>uma</a:t>
            </a:r>
            <a:r>
              <a:rPr lang="en-US" sz="2400" dirty="0"/>
              <a:t> </a:t>
            </a:r>
            <a:r>
              <a:rPr lang="en-US" sz="2400" dirty="0" err="1"/>
              <a:t>figura</a:t>
            </a:r>
            <a:r>
              <a:rPr lang="en-US" sz="2400" dirty="0"/>
              <a:t>, </a:t>
            </a:r>
            <a:r>
              <a:rPr lang="en-US" sz="2400" dirty="0" err="1"/>
              <a:t>seus</a:t>
            </a:r>
            <a:r>
              <a:rPr lang="en-US" sz="2400" dirty="0"/>
              <a:t> </a:t>
            </a:r>
            <a:r>
              <a:rPr lang="en-US" sz="2400" dirty="0" err="1"/>
              <a:t>principais</a:t>
            </a:r>
            <a:r>
              <a:rPr lang="en-US" sz="2400" dirty="0"/>
              <a:t> </a:t>
            </a:r>
            <a:r>
              <a:rPr lang="en-US" sz="2400" dirty="0" err="1"/>
              <a:t>resultados</a:t>
            </a:r>
            <a:r>
              <a:rPr lang="en-US" sz="2400" dirty="0"/>
              <a:t> e </a:t>
            </a:r>
            <a:r>
              <a:rPr lang="en-US" sz="2400" dirty="0" err="1"/>
              <a:t>uma</a:t>
            </a:r>
            <a:r>
              <a:rPr lang="en-US" sz="2400" dirty="0"/>
              <a:t> </a:t>
            </a:r>
            <a:r>
              <a:rPr lang="en-US" sz="2400" dirty="0" err="1"/>
              <a:t>conclusão</a:t>
            </a:r>
            <a:r>
              <a:rPr lang="en-US" sz="2400" dirty="0"/>
              <a:t>.</a:t>
            </a:r>
          </a:p>
        </p:txBody>
      </p:sp>
    </p:spTree>
    <p:extLst>
      <p:ext uri="{BB962C8B-B14F-4D97-AF65-F5344CB8AC3E}">
        <p14:creationId xmlns:p14="http://schemas.microsoft.com/office/powerpoint/2010/main" val="1519305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DCAD832-3DDB-FD55-B40A-D9D9A7915216}"/>
              </a:ext>
            </a:extLst>
          </p:cNvPr>
          <p:cNvSpPr>
            <a:spLocks noGrp="1"/>
          </p:cNvSpPr>
          <p:nvPr>
            <p:ph type="title"/>
          </p:nvPr>
        </p:nvSpPr>
        <p:spPr>
          <a:xfrm>
            <a:off x="411478" y="2897094"/>
            <a:ext cx="5543552" cy="531906"/>
          </a:xfrm>
        </p:spPr>
        <p:txBody>
          <a:bodyPr>
            <a:noAutofit/>
          </a:bodyPr>
          <a:lstStyle/>
          <a:p>
            <a:r>
              <a:rPr lang="en-US" sz="4400" dirty="0"/>
              <a:t>O tempo </a:t>
            </a:r>
            <a:r>
              <a:rPr lang="en-US" sz="4400" dirty="0" err="1"/>
              <a:t>toma</a:t>
            </a:r>
            <a:r>
              <a:rPr lang="en-US" sz="4400" dirty="0"/>
              <a:t> tempo</a:t>
            </a:r>
          </a:p>
        </p:txBody>
      </p:sp>
    </p:spTree>
    <p:extLst>
      <p:ext uri="{BB962C8B-B14F-4D97-AF65-F5344CB8AC3E}">
        <p14:creationId xmlns:p14="http://schemas.microsoft.com/office/powerpoint/2010/main" val="3393319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594360" y="1481328"/>
            <a:ext cx="10972800" cy="0"/>
          </a:xfrm>
          <a:prstGeom prst="line">
            <a:avLst/>
          </a:prstGeom>
          <a:noFill/>
          <a:ln w="12700">
            <a:solidFill>
              <a:srgbClr val="D7E1EB"/>
            </a:solidFill>
            <a:prstDash val="solid"/>
          </a:ln>
        </p:spPr>
        <p:txBody>
          <a:bodyPr/>
          <a:lstStyle/>
          <a:p>
            <a:endParaRPr lang="en-US"/>
          </a:p>
        </p:txBody>
      </p:sp>
      <p:sp>
        <p:nvSpPr>
          <p:cNvPr id="8" name="Text 6"/>
          <p:cNvSpPr/>
          <p:nvPr/>
        </p:nvSpPr>
        <p:spPr>
          <a:xfrm>
            <a:off x="713232" y="1764792"/>
            <a:ext cx="10058400" cy="320040"/>
          </a:xfrm>
          <a:prstGeom prst="rect">
            <a:avLst/>
          </a:prstGeom>
          <a:noFill/>
          <a:ln/>
        </p:spPr>
        <p:txBody>
          <a:bodyPr wrap="square" lIns="0" tIns="0" rIns="0" bIns="0" rtlCol="0" anchor="ctr"/>
          <a:lstStyle/>
          <a:p>
            <a:pPr marL="0" indent="0">
              <a:buNone/>
            </a:pPr>
            <a:r>
              <a:rPr lang="en-US" sz="1900" b="1" dirty="0">
                <a:solidFill>
                  <a:srgbClr val="26384D"/>
                </a:solidFill>
                <a:latin typeface="Aptos" pitchFamily="34" charset="0"/>
                <a:ea typeface="Aptos" pitchFamily="34" charset="-122"/>
                <a:cs typeface="Aptos" pitchFamily="34" charset="-120"/>
              </a:rPr>
              <a:t>Exemplo: medições de 5 minutos entre 13:00 e 14:00</a:t>
            </a:r>
            <a:endParaRPr lang="en-US" sz="1900" dirty="0"/>
          </a:p>
        </p:txBody>
      </p:sp>
      <p:sp>
        <p:nvSpPr>
          <p:cNvPr id="9" name="Shape 7"/>
          <p:cNvSpPr/>
          <p:nvPr/>
        </p:nvSpPr>
        <p:spPr>
          <a:xfrm>
            <a:off x="713232" y="2423160"/>
            <a:ext cx="10789920" cy="2057400"/>
          </a:xfrm>
          <a:prstGeom prst="roundRect">
            <a:avLst>
              <a:gd name="adj" fmla="val 6667"/>
            </a:avLst>
          </a:prstGeom>
          <a:solidFill>
            <a:srgbClr val="F6F9FC"/>
          </a:solidFill>
          <a:ln w="10160">
            <a:solidFill>
              <a:srgbClr val="D7E1EB"/>
            </a:solidFill>
            <a:prstDash val="solid"/>
          </a:ln>
        </p:spPr>
        <p:txBody>
          <a:bodyPr/>
          <a:lstStyle/>
          <a:p>
            <a:endParaRPr lang="en-US"/>
          </a:p>
        </p:txBody>
      </p:sp>
      <p:sp>
        <p:nvSpPr>
          <p:cNvPr id="10" name="Shape 8"/>
          <p:cNvSpPr/>
          <p:nvPr/>
        </p:nvSpPr>
        <p:spPr>
          <a:xfrm>
            <a:off x="1417320" y="3200400"/>
            <a:ext cx="9326880" cy="0"/>
          </a:xfrm>
          <a:prstGeom prst="line">
            <a:avLst/>
          </a:prstGeom>
          <a:noFill/>
          <a:ln w="21590">
            <a:solidFill>
              <a:srgbClr val="63768A"/>
            </a:solidFill>
            <a:prstDash val="solid"/>
          </a:ln>
        </p:spPr>
        <p:txBody>
          <a:bodyPr/>
          <a:lstStyle/>
          <a:p>
            <a:endParaRPr lang="en-US"/>
          </a:p>
        </p:txBody>
      </p:sp>
      <p:sp>
        <p:nvSpPr>
          <p:cNvPr id="11" name="Shape 9"/>
          <p:cNvSpPr/>
          <p:nvPr/>
        </p:nvSpPr>
        <p:spPr>
          <a:xfrm>
            <a:off x="1417320" y="3118104"/>
            <a:ext cx="0" cy="164592"/>
          </a:xfrm>
          <a:prstGeom prst="line">
            <a:avLst/>
          </a:prstGeom>
          <a:noFill/>
          <a:ln w="12700">
            <a:solidFill>
              <a:srgbClr val="63768A"/>
            </a:solidFill>
            <a:prstDash val="solid"/>
          </a:ln>
        </p:spPr>
        <p:txBody>
          <a:bodyPr/>
          <a:lstStyle/>
          <a:p>
            <a:endParaRPr lang="en-US"/>
          </a:p>
        </p:txBody>
      </p:sp>
      <p:sp>
        <p:nvSpPr>
          <p:cNvPr id="12" name="Text 10"/>
          <p:cNvSpPr/>
          <p:nvPr/>
        </p:nvSpPr>
        <p:spPr>
          <a:xfrm>
            <a:off x="1024128" y="3337560"/>
            <a:ext cx="786384" cy="256032"/>
          </a:xfrm>
          <a:prstGeom prst="rect">
            <a:avLst/>
          </a:prstGeom>
          <a:noFill/>
          <a:ln/>
        </p:spPr>
        <p:txBody>
          <a:bodyPr wrap="square" lIns="0" tIns="0" rIns="0" bIns="0" rtlCol="0" anchor="ctr"/>
          <a:lstStyle/>
          <a:p>
            <a:pPr marL="0" indent="0" algn="ctr">
              <a:buNone/>
            </a:pPr>
            <a:r>
              <a:rPr lang="en-US" sz="1200" dirty="0">
                <a:solidFill>
                  <a:srgbClr val="63768A"/>
                </a:solidFill>
                <a:latin typeface="Aptos" pitchFamily="34" charset="0"/>
                <a:ea typeface="Aptos" pitchFamily="34" charset="-122"/>
                <a:cs typeface="Aptos" pitchFamily="34" charset="-120"/>
              </a:rPr>
              <a:t>13:00</a:t>
            </a:r>
            <a:endParaRPr lang="en-US" sz="1200" dirty="0"/>
          </a:p>
        </p:txBody>
      </p:sp>
      <p:sp>
        <p:nvSpPr>
          <p:cNvPr id="13" name="Shape 11"/>
          <p:cNvSpPr/>
          <p:nvPr/>
        </p:nvSpPr>
        <p:spPr>
          <a:xfrm>
            <a:off x="6080760" y="3118104"/>
            <a:ext cx="0" cy="164592"/>
          </a:xfrm>
          <a:prstGeom prst="line">
            <a:avLst/>
          </a:prstGeom>
          <a:noFill/>
          <a:ln w="12700">
            <a:solidFill>
              <a:srgbClr val="63768A"/>
            </a:solidFill>
            <a:prstDash val="solid"/>
          </a:ln>
        </p:spPr>
        <p:txBody>
          <a:bodyPr/>
          <a:lstStyle/>
          <a:p>
            <a:endParaRPr lang="en-US"/>
          </a:p>
        </p:txBody>
      </p:sp>
      <p:sp>
        <p:nvSpPr>
          <p:cNvPr id="14" name="Text 12"/>
          <p:cNvSpPr/>
          <p:nvPr/>
        </p:nvSpPr>
        <p:spPr>
          <a:xfrm>
            <a:off x="5687568" y="3337560"/>
            <a:ext cx="786384" cy="256032"/>
          </a:xfrm>
          <a:prstGeom prst="rect">
            <a:avLst/>
          </a:prstGeom>
          <a:noFill/>
          <a:ln/>
        </p:spPr>
        <p:txBody>
          <a:bodyPr wrap="square" lIns="0" tIns="0" rIns="0" bIns="0" rtlCol="0" anchor="ctr"/>
          <a:lstStyle/>
          <a:p>
            <a:pPr marL="0" indent="0" algn="ctr">
              <a:buNone/>
            </a:pPr>
            <a:r>
              <a:rPr lang="en-US" sz="1200" dirty="0">
                <a:solidFill>
                  <a:srgbClr val="63768A"/>
                </a:solidFill>
                <a:latin typeface="Aptos" pitchFamily="34" charset="0"/>
                <a:ea typeface="Aptos" pitchFamily="34" charset="-122"/>
                <a:cs typeface="Aptos" pitchFamily="34" charset="-120"/>
              </a:rPr>
              <a:t>13:30</a:t>
            </a:r>
            <a:endParaRPr lang="en-US" sz="1200" dirty="0"/>
          </a:p>
        </p:txBody>
      </p:sp>
      <p:sp>
        <p:nvSpPr>
          <p:cNvPr id="15" name="Shape 13"/>
          <p:cNvSpPr/>
          <p:nvPr/>
        </p:nvSpPr>
        <p:spPr>
          <a:xfrm>
            <a:off x="10744200" y="3118104"/>
            <a:ext cx="0" cy="164592"/>
          </a:xfrm>
          <a:prstGeom prst="line">
            <a:avLst/>
          </a:prstGeom>
          <a:noFill/>
          <a:ln w="12700">
            <a:solidFill>
              <a:srgbClr val="63768A"/>
            </a:solidFill>
            <a:prstDash val="solid"/>
          </a:ln>
        </p:spPr>
        <p:txBody>
          <a:bodyPr/>
          <a:lstStyle/>
          <a:p>
            <a:endParaRPr lang="en-US"/>
          </a:p>
        </p:txBody>
      </p:sp>
      <p:sp>
        <p:nvSpPr>
          <p:cNvPr id="16" name="Text 14"/>
          <p:cNvSpPr/>
          <p:nvPr/>
        </p:nvSpPr>
        <p:spPr>
          <a:xfrm>
            <a:off x="10351008" y="3337560"/>
            <a:ext cx="786384" cy="256032"/>
          </a:xfrm>
          <a:prstGeom prst="rect">
            <a:avLst/>
          </a:prstGeom>
          <a:noFill/>
          <a:ln/>
        </p:spPr>
        <p:txBody>
          <a:bodyPr wrap="square" lIns="0" tIns="0" rIns="0" bIns="0" rtlCol="0" anchor="ctr"/>
          <a:lstStyle/>
          <a:p>
            <a:pPr marL="0" indent="0" algn="ctr">
              <a:buNone/>
            </a:pPr>
            <a:r>
              <a:rPr lang="en-US" sz="1200" dirty="0">
                <a:solidFill>
                  <a:srgbClr val="63768A"/>
                </a:solidFill>
                <a:latin typeface="Aptos" pitchFamily="34" charset="0"/>
                <a:ea typeface="Aptos" pitchFamily="34" charset="-122"/>
                <a:cs typeface="Aptos" pitchFamily="34" charset="-120"/>
              </a:rPr>
              <a:t>14:00</a:t>
            </a:r>
            <a:endParaRPr lang="en-US" sz="1200" dirty="0"/>
          </a:p>
        </p:txBody>
      </p:sp>
      <p:sp>
        <p:nvSpPr>
          <p:cNvPr id="17" name="Shape 15"/>
          <p:cNvSpPr/>
          <p:nvPr/>
        </p:nvSpPr>
        <p:spPr>
          <a:xfrm>
            <a:off x="1417320" y="2962656"/>
            <a:ext cx="9326880" cy="210312"/>
          </a:xfrm>
          <a:prstGeom prst="rect">
            <a:avLst/>
          </a:prstGeom>
          <a:solidFill>
            <a:srgbClr val="B9DBF7">
              <a:alpha val="70000"/>
            </a:srgbClr>
          </a:solidFill>
          <a:ln w="12700">
            <a:solidFill>
              <a:srgbClr val="B9DBF7">
                <a:alpha val="0"/>
              </a:srgbClr>
            </a:solidFill>
            <a:prstDash val="solid"/>
          </a:ln>
        </p:spPr>
        <p:txBody>
          <a:bodyPr/>
          <a:lstStyle/>
          <a:p>
            <a:endParaRPr lang="en-US"/>
          </a:p>
        </p:txBody>
      </p:sp>
      <p:sp>
        <p:nvSpPr>
          <p:cNvPr id="18" name="Shape 16"/>
          <p:cNvSpPr/>
          <p:nvPr/>
        </p:nvSpPr>
        <p:spPr>
          <a:xfrm>
            <a:off x="2153412" y="3035808"/>
            <a:ext cx="82296" cy="82296"/>
          </a:xfrm>
          <a:prstGeom prst="ellipse">
            <a:avLst/>
          </a:prstGeom>
          <a:solidFill>
            <a:srgbClr val="1473C8"/>
          </a:solidFill>
          <a:ln w="12700">
            <a:solidFill>
              <a:srgbClr val="1473C8"/>
            </a:solidFill>
            <a:prstDash val="solid"/>
          </a:ln>
        </p:spPr>
        <p:txBody>
          <a:bodyPr/>
          <a:lstStyle/>
          <a:p>
            <a:endParaRPr lang="en-US"/>
          </a:p>
        </p:txBody>
      </p:sp>
      <p:sp>
        <p:nvSpPr>
          <p:cNvPr id="19" name="Shape 17"/>
          <p:cNvSpPr/>
          <p:nvPr/>
        </p:nvSpPr>
        <p:spPr>
          <a:xfrm>
            <a:off x="2930652" y="3035808"/>
            <a:ext cx="82296" cy="82296"/>
          </a:xfrm>
          <a:prstGeom prst="ellipse">
            <a:avLst/>
          </a:prstGeom>
          <a:solidFill>
            <a:srgbClr val="1473C8"/>
          </a:solidFill>
          <a:ln w="12700">
            <a:solidFill>
              <a:srgbClr val="1473C8"/>
            </a:solidFill>
            <a:prstDash val="solid"/>
          </a:ln>
        </p:spPr>
        <p:txBody>
          <a:bodyPr/>
          <a:lstStyle/>
          <a:p>
            <a:endParaRPr lang="en-US"/>
          </a:p>
        </p:txBody>
      </p:sp>
      <p:sp>
        <p:nvSpPr>
          <p:cNvPr id="20" name="Shape 18"/>
          <p:cNvSpPr/>
          <p:nvPr/>
        </p:nvSpPr>
        <p:spPr>
          <a:xfrm>
            <a:off x="3707892" y="3035808"/>
            <a:ext cx="82296" cy="82296"/>
          </a:xfrm>
          <a:prstGeom prst="ellipse">
            <a:avLst/>
          </a:prstGeom>
          <a:solidFill>
            <a:srgbClr val="1473C8"/>
          </a:solidFill>
          <a:ln w="12700">
            <a:solidFill>
              <a:srgbClr val="1473C8"/>
            </a:solidFill>
            <a:prstDash val="solid"/>
          </a:ln>
        </p:spPr>
        <p:txBody>
          <a:bodyPr/>
          <a:lstStyle/>
          <a:p>
            <a:endParaRPr lang="en-US"/>
          </a:p>
        </p:txBody>
      </p:sp>
      <p:sp>
        <p:nvSpPr>
          <p:cNvPr id="21" name="Shape 19"/>
          <p:cNvSpPr/>
          <p:nvPr/>
        </p:nvSpPr>
        <p:spPr>
          <a:xfrm>
            <a:off x="4485132" y="3035808"/>
            <a:ext cx="82296" cy="82296"/>
          </a:xfrm>
          <a:prstGeom prst="ellipse">
            <a:avLst/>
          </a:prstGeom>
          <a:solidFill>
            <a:srgbClr val="1473C8"/>
          </a:solidFill>
          <a:ln w="12700">
            <a:solidFill>
              <a:srgbClr val="1473C8"/>
            </a:solidFill>
            <a:prstDash val="solid"/>
          </a:ln>
        </p:spPr>
        <p:txBody>
          <a:bodyPr/>
          <a:lstStyle/>
          <a:p>
            <a:endParaRPr lang="en-US"/>
          </a:p>
        </p:txBody>
      </p:sp>
      <p:sp>
        <p:nvSpPr>
          <p:cNvPr id="22" name="Shape 20"/>
          <p:cNvSpPr/>
          <p:nvPr/>
        </p:nvSpPr>
        <p:spPr>
          <a:xfrm>
            <a:off x="5262372" y="3035808"/>
            <a:ext cx="82296" cy="82296"/>
          </a:xfrm>
          <a:prstGeom prst="ellipse">
            <a:avLst/>
          </a:prstGeom>
          <a:solidFill>
            <a:srgbClr val="1473C8"/>
          </a:solidFill>
          <a:ln w="12700">
            <a:solidFill>
              <a:srgbClr val="1473C8"/>
            </a:solidFill>
            <a:prstDash val="solid"/>
          </a:ln>
        </p:spPr>
        <p:txBody>
          <a:bodyPr/>
          <a:lstStyle/>
          <a:p>
            <a:endParaRPr lang="en-US"/>
          </a:p>
        </p:txBody>
      </p:sp>
      <p:sp>
        <p:nvSpPr>
          <p:cNvPr id="23" name="Shape 21"/>
          <p:cNvSpPr/>
          <p:nvPr/>
        </p:nvSpPr>
        <p:spPr>
          <a:xfrm>
            <a:off x="6039612" y="3035808"/>
            <a:ext cx="82296" cy="82296"/>
          </a:xfrm>
          <a:prstGeom prst="ellipse">
            <a:avLst/>
          </a:prstGeom>
          <a:solidFill>
            <a:srgbClr val="1473C8"/>
          </a:solidFill>
          <a:ln w="12700">
            <a:solidFill>
              <a:srgbClr val="1473C8"/>
            </a:solidFill>
            <a:prstDash val="solid"/>
          </a:ln>
        </p:spPr>
        <p:txBody>
          <a:bodyPr/>
          <a:lstStyle/>
          <a:p>
            <a:endParaRPr lang="en-US"/>
          </a:p>
        </p:txBody>
      </p:sp>
      <p:sp>
        <p:nvSpPr>
          <p:cNvPr id="24" name="Shape 22"/>
          <p:cNvSpPr/>
          <p:nvPr/>
        </p:nvSpPr>
        <p:spPr>
          <a:xfrm>
            <a:off x="6816852" y="3035808"/>
            <a:ext cx="82296" cy="82296"/>
          </a:xfrm>
          <a:prstGeom prst="ellipse">
            <a:avLst/>
          </a:prstGeom>
          <a:solidFill>
            <a:srgbClr val="1473C8"/>
          </a:solidFill>
          <a:ln w="12700">
            <a:solidFill>
              <a:srgbClr val="1473C8"/>
            </a:solidFill>
            <a:prstDash val="solid"/>
          </a:ln>
        </p:spPr>
        <p:txBody>
          <a:bodyPr/>
          <a:lstStyle/>
          <a:p>
            <a:endParaRPr lang="en-US"/>
          </a:p>
        </p:txBody>
      </p:sp>
      <p:sp>
        <p:nvSpPr>
          <p:cNvPr id="25" name="Shape 23"/>
          <p:cNvSpPr/>
          <p:nvPr/>
        </p:nvSpPr>
        <p:spPr>
          <a:xfrm>
            <a:off x="7594092" y="3035808"/>
            <a:ext cx="82296" cy="82296"/>
          </a:xfrm>
          <a:prstGeom prst="ellipse">
            <a:avLst/>
          </a:prstGeom>
          <a:solidFill>
            <a:srgbClr val="1473C8"/>
          </a:solidFill>
          <a:ln w="12700">
            <a:solidFill>
              <a:srgbClr val="1473C8"/>
            </a:solidFill>
            <a:prstDash val="solid"/>
          </a:ln>
        </p:spPr>
        <p:txBody>
          <a:bodyPr/>
          <a:lstStyle/>
          <a:p>
            <a:endParaRPr lang="en-US"/>
          </a:p>
        </p:txBody>
      </p:sp>
      <p:sp>
        <p:nvSpPr>
          <p:cNvPr id="26" name="Shape 24"/>
          <p:cNvSpPr/>
          <p:nvPr/>
        </p:nvSpPr>
        <p:spPr>
          <a:xfrm>
            <a:off x="8371332" y="3035808"/>
            <a:ext cx="82296" cy="82296"/>
          </a:xfrm>
          <a:prstGeom prst="ellipse">
            <a:avLst/>
          </a:prstGeom>
          <a:solidFill>
            <a:srgbClr val="1473C8"/>
          </a:solidFill>
          <a:ln w="12700">
            <a:solidFill>
              <a:srgbClr val="1473C8"/>
            </a:solidFill>
            <a:prstDash val="solid"/>
          </a:ln>
        </p:spPr>
        <p:txBody>
          <a:bodyPr/>
          <a:lstStyle/>
          <a:p>
            <a:endParaRPr lang="en-US"/>
          </a:p>
        </p:txBody>
      </p:sp>
      <p:sp>
        <p:nvSpPr>
          <p:cNvPr id="27" name="Shape 25"/>
          <p:cNvSpPr/>
          <p:nvPr/>
        </p:nvSpPr>
        <p:spPr>
          <a:xfrm>
            <a:off x="9148572" y="3035808"/>
            <a:ext cx="82296" cy="82296"/>
          </a:xfrm>
          <a:prstGeom prst="ellipse">
            <a:avLst/>
          </a:prstGeom>
          <a:solidFill>
            <a:srgbClr val="1473C8"/>
          </a:solidFill>
          <a:ln w="12700">
            <a:solidFill>
              <a:srgbClr val="1473C8"/>
            </a:solidFill>
            <a:prstDash val="solid"/>
          </a:ln>
        </p:spPr>
        <p:txBody>
          <a:bodyPr/>
          <a:lstStyle/>
          <a:p>
            <a:endParaRPr lang="en-US"/>
          </a:p>
        </p:txBody>
      </p:sp>
      <p:sp>
        <p:nvSpPr>
          <p:cNvPr id="28" name="Shape 26"/>
          <p:cNvSpPr/>
          <p:nvPr/>
        </p:nvSpPr>
        <p:spPr>
          <a:xfrm>
            <a:off x="9925812" y="3035808"/>
            <a:ext cx="82296" cy="82296"/>
          </a:xfrm>
          <a:prstGeom prst="ellipse">
            <a:avLst/>
          </a:prstGeom>
          <a:solidFill>
            <a:srgbClr val="1473C8"/>
          </a:solidFill>
          <a:ln w="12700">
            <a:solidFill>
              <a:srgbClr val="1473C8"/>
            </a:solidFill>
            <a:prstDash val="solid"/>
          </a:ln>
        </p:spPr>
        <p:txBody>
          <a:bodyPr/>
          <a:lstStyle/>
          <a:p>
            <a:endParaRPr lang="en-US"/>
          </a:p>
        </p:txBody>
      </p:sp>
      <p:sp>
        <p:nvSpPr>
          <p:cNvPr id="29" name="Shape 27"/>
          <p:cNvSpPr/>
          <p:nvPr/>
        </p:nvSpPr>
        <p:spPr>
          <a:xfrm>
            <a:off x="6080760" y="2779776"/>
            <a:ext cx="0" cy="566928"/>
          </a:xfrm>
          <a:prstGeom prst="line">
            <a:avLst/>
          </a:prstGeom>
          <a:noFill/>
          <a:ln w="38100">
            <a:solidFill>
              <a:srgbClr val="E7943E"/>
            </a:solidFill>
            <a:prstDash val="solid"/>
          </a:ln>
        </p:spPr>
        <p:txBody>
          <a:bodyPr/>
          <a:lstStyle/>
          <a:p>
            <a:endParaRPr lang="en-US"/>
          </a:p>
        </p:txBody>
      </p:sp>
      <p:sp>
        <p:nvSpPr>
          <p:cNvPr id="30" name="Text 28"/>
          <p:cNvSpPr/>
          <p:nvPr/>
        </p:nvSpPr>
        <p:spPr>
          <a:xfrm>
            <a:off x="3355848" y="3767328"/>
            <a:ext cx="5486400" cy="292608"/>
          </a:xfrm>
          <a:prstGeom prst="rect">
            <a:avLst/>
          </a:prstGeom>
          <a:noFill/>
          <a:ln/>
        </p:spPr>
        <p:txBody>
          <a:bodyPr wrap="square" lIns="0" tIns="0" rIns="0" bIns="0" rtlCol="0" anchor="ctr"/>
          <a:lstStyle/>
          <a:p>
            <a:pPr marL="0" indent="0" algn="ctr">
              <a:buNone/>
            </a:pPr>
            <a:r>
              <a:rPr lang="en-US" sz="1600" dirty="0">
                <a:solidFill>
                  <a:srgbClr val="13243A"/>
                </a:solidFill>
                <a:latin typeface="Aptos" pitchFamily="34" charset="0"/>
                <a:ea typeface="Aptos" pitchFamily="34" charset="-122"/>
                <a:cs typeface="Aptos" pitchFamily="34" charset="-120"/>
              </a:rPr>
              <a:t>média calculada para a hora inteira</a:t>
            </a:r>
            <a:endParaRPr lang="en-US" sz="1600" dirty="0"/>
          </a:p>
        </p:txBody>
      </p:sp>
      <p:sp>
        <p:nvSpPr>
          <p:cNvPr id="31" name="Shape 29"/>
          <p:cNvSpPr/>
          <p:nvPr/>
        </p:nvSpPr>
        <p:spPr>
          <a:xfrm>
            <a:off x="731520" y="4800600"/>
            <a:ext cx="5166360" cy="886968"/>
          </a:xfrm>
          <a:prstGeom prst="roundRect">
            <a:avLst>
              <a:gd name="adj" fmla="val 15464"/>
            </a:avLst>
          </a:prstGeom>
          <a:solidFill>
            <a:srgbClr val="EAF4FE"/>
          </a:solidFill>
          <a:ln w="10160">
            <a:solidFill>
              <a:srgbClr val="D7E1EB"/>
            </a:solidFill>
            <a:prstDash val="solid"/>
          </a:ln>
        </p:spPr>
        <p:txBody>
          <a:bodyPr/>
          <a:lstStyle/>
          <a:p>
            <a:endParaRPr lang="en-US"/>
          </a:p>
        </p:txBody>
      </p:sp>
      <p:sp>
        <p:nvSpPr>
          <p:cNvPr id="32" name="Text 30"/>
          <p:cNvSpPr/>
          <p:nvPr/>
        </p:nvSpPr>
        <p:spPr>
          <a:xfrm>
            <a:off x="1005840" y="5056632"/>
            <a:ext cx="4617720" cy="320040"/>
          </a:xfrm>
          <a:prstGeom prst="rect">
            <a:avLst/>
          </a:prstGeom>
          <a:noFill/>
          <a:ln/>
        </p:spPr>
        <p:txBody>
          <a:bodyPr wrap="square" lIns="0" tIns="0" rIns="0" bIns="0" rtlCol="0" anchor="ctr"/>
          <a:lstStyle/>
          <a:p>
            <a:pPr marL="0" indent="0">
              <a:buNone/>
            </a:pPr>
            <a:r>
              <a:rPr lang="en-US" sz="1700" b="1" dirty="0">
                <a:solidFill>
                  <a:srgbClr val="26384D"/>
                </a:solidFill>
                <a:latin typeface="Aptos" pitchFamily="34" charset="0"/>
                <a:ea typeface="Aptos" pitchFamily="34" charset="-122"/>
                <a:cs typeface="Aptos" pitchFamily="34" charset="-120"/>
              </a:rPr>
              <a:t>Valor: média dos pontos no intervalo</a:t>
            </a:r>
            <a:endParaRPr lang="en-US" sz="1700" dirty="0"/>
          </a:p>
        </p:txBody>
      </p:sp>
      <p:sp>
        <p:nvSpPr>
          <p:cNvPr id="33" name="Shape 31"/>
          <p:cNvSpPr/>
          <p:nvPr/>
        </p:nvSpPr>
        <p:spPr>
          <a:xfrm>
            <a:off x="6263640" y="4800600"/>
            <a:ext cx="5166360" cy="886968"/>
          </a:xfrm>
          <a:prstGeom prst="roundRect">
            <a:avLst>
              <a:gd name="adj" fmla="val 15464"/>
            </a:avLst>
          </a:prstGeom>
          <a:solidFill>
            <a:srgbClr val="EAF9F4"/>
          </a:solidFill>
          <a:ln w="10160">
            <a:solidFill>
              <a:srgbClr val="D7E1EB"/>
            </a:solidFill>
            <a:prstDash val="solid"/>
          </a:ln>
        </p:spPr>
        <p:txBody>
          <a:bodyPr/>
          <a:lstStyle/>
          <a:p>
            <a:endParaRPr lang="en-US"/>
          </a:p>
        </p:txBody>
      </p:sp>
      <p:sp>
        <p:nvSpPr>
          <p:cNvPr id="34" name="Text 32"/>
          <p:cNvSpPr/>
          <p:nvPr/>
        </p:nvSpPr>
        <p:spPr>
          <a:xfrm>
            <a:off x="6519672" y="5056632"/>
            <a:ext cx="4617720" cy="320040"/>
          </a:xfrm>
          <a:prstGeom prst="rect">
            <a:avLst/>
          </a:prstGeom>
          <a:noFill/>
          <a:ln/>
        </p:spPr>
        <p:txBody>
          <a:bodyPr wrap="square" lIns="0" tIns="0" rIns="0" bIns="0" rtlCol="0" anchor="ctr"/>
          <a:lstStyle/>
          <a:p>
            <a:pPr marL="0" indent="0">
              <a:buNone/>
            </a:pPr>
            <a:r>
              <a:rPr lang="en-US" sz="1700" b="1" dirty="0">
                <a:solidFill>
                  <a:srgbClr val="26384D"/>
                </a:solidFill>
                <a:latin typeface="Aptos" pitchFamily="34" charset="0"/>
                <a:ea typeface="Aptos" pitchFamily="34" charset="-122"/>
                <a:cs typeface="Aptos" pitchFamily="34" charset="-120"/>
              </a:rPr>
              <a:t>Timestamp: escolha de representação</a:t>
            </a:r>
            <a:endParaRPr lang="en-US" sz="1700" dirty="0"/>
          </a:p>
        </p:txBody>
      </p:sp>
      <p:sp>
        <p:nvSpPr>
          <p:cNvPr id="35" name="Title 34">
            <a:extLst>
              <a:ext uri="{FF2B5EF4-FFF2-40B4-BE49-F238E27FC236}">
                <a16:creationId xmlns:a16="http://schemas.microsoft.com/office/drawing/2014/main" id="{607BDD63-E83B-80B5-D83D-A3F4A709CD7A}"/>
              </a:ext>
            </a:extLst>
          </p:cNvPr>
          <p:cNvSpPr>
            <a:spLocks noGrp="1"/>
          </p:cNvSpPr>
          <p:nvPr>
            <p:ph type="title"/>
          </p:nvPr>
        </p:nvSpPr>
        <p:spPr/>
        <p:txBody>
          <a:bodyPr/>
          <a:lstStyle/>
          <a:p>
            <a:r>
              <a:rPr lang="en-US" dirty="0"/>
              <a:t>Dados: </a:t>
            </a:r>
            <a:r>
              <a:rPr lang="en-US" dirty="0" err="1"/>
              <a:t>intervalou</a:t>
            </a:r>
            <a:r>
              <a:rPr lang="en-US" dirty="0"/>
              <a:t> </a:t>
            </a:r>
            <a:r>
              <a:rPr lang="en-US" dirty="0" err="1"/>
              <a:t>ou</a:t>
            </a:r>
            <a:r>
              <a:rPr lang="en-US" dirty="0"/>
              <a:t> </a:t>
            </a:r>
            <a:r>
              <a:rPr lang="en-US" dirty="0" err="1"/>
              <a:t>instante</a:t>
            </a:r>
            <a:r>
              <a:rPr lang="en-US"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594360" y="1481328"/>
            <a:ext cx="10972800" cy="0"/>
          </a:xfrm>
          <a:prstGeom prst="line">
            <a:avLst/>
          </a:prstGeom>
          <a:noFill/>
          <a:ln w="12700">
            <a:solidFill>
              <a:srgbClr val="D7E1EB"/>
            </a:solidFill>
            <a:prstDash val="solid"/>
          </a:ln>
        </p:spPr>
        <p:txBody>
          <a:bodyPr/>
          <a:lstStyle/>
          <a:p>
            <a:endParaRPr lang="en-US"/>
          </a:p>
        </p:txBody>
      </p:sp>
      <p:sp>
        <p:nvSpPr>
          <p:cNvPr id="7" name="Text 5"/>
          <p:cNvSpPr/>
          <p:nvPr/>
        </p:nvSpPr>
        <p:spPr>
          <a:xfrm>
            <a:off x="11155680" y="6492240"/>
            <a:ext cx="411480" cy="210312"/>
          </a:xfrm>
          <a:prstGeom prst="rect">
            <a:avLst/>
          </a:prstGeom>
          <a:noFill/>
          <a:ln/>
        </p:spPr>
        <p:txBody>
          <a:bodyPr wrap="square" rtlCol="0" anchor="ctr"/>
          <a:lstStyle/>
          <a:p>
            <a:pPr marL="0" indent="0" algn="r">
              <a:buNone/>
            </a:pPr>
            <a:r>
              <a:rPr lang="en-US" sz="950" dirty="0">
                <a:solidFill>
                  <a:srgbClr val="63768A"/>
                </a:solidFill>
              </a:rPr>
              <a:t>03</a:t>
            </a:r>
            <a:endParaRPr lang="en-US" sz="950" dirty="0"/>
          </a:p>
        </p:txBody>
      </p:sp>
      <p:sp>
        <p:nvSpPr>
          <p:cNvPr id="8" name="Shape 6"/>
          <p:cNvSpPr/>
          <p:nvPr/>
        </p:nvSpPr>
        <p:spPr>
          <a:xfrm>
            <a:off x="777240" y="1828800"/>
            <a:ext cx="10652760" cy="1033272"/>
          </a:xfrm>
          <a:prstGeom prst="roundRect">
            <a:avLst>
              <a:gd name="adj" fmla="val 13274"/>
            </a:avLst>
          </a:prstGeom>
          <a:solidFill>
            <a:srgbClr val="F6F9FC"/>
          </a:solidFill>
          <a:ln w="10160">
            <a:solidFill>
              <a:srgbClr val="D7E1EB"/>
            </a:solidFill>
            <a:prstDash val="solid"/>
          </a:ln>
        </p:spPr>
        <p:txBody>
          <a:bodyPr/>
          <a:lstStyle/>
          <a:p>
            <a:endParaRPr lang="en-US"/>
          </a:p>
        </p:txBody>
      </p:sp>
      <p:sp>
        <p:nvSpPr>
          <p:cNvPr id="9" name="Shape 7"/>
          <p:cNvSpPr/>
          <p:nvPr/>
        </p:nvSpPr>
        <p:spPr>
          <a:xfrm>
            <a:off x="996696" y="2167128"/>
            <a:ext cx="1170432" cy="320040"/>
          </a:xfrm>
          <a:prstGeom prst="roundRect">
            <a:avLst>
              <a:gd name="adj" fmla="val 34286"/>
            </a:avLst>
          </a:prstGeom>
          <a:solidFill>
            <a:srgbClr val="1473C8"/>
          </a:solidFill>
          <a:ln w="12700">
            <a:solidFill>
              <a:srgbClr val="1473C8"/>
            </a:solidFill>
            <a:prstDash val="solid"/>
          </a:ln>
        </p:spPr>
        <p:txBody>
          <a:bodyPr/>
          <a:lstStyle/>
          <a:p>
            <a:endParaRPr lang="en-US"/>
          </a:p>
        </p:txBody>
      </p:sp>
      <p:sp>
        <p:nvSpPr>
          <p:cNvPr id="10" name="Text 8"/>
          <p:cNvSpPr/>
          <p:nvPr/>
        </p:nvSpPr>
        <p:spPr>
          <a:xfrm>
            <a:off x="996696" y="2217420"/>
            <a:ext cx="1170432"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LEFT</a:t>
            </a:r>
            <a:endParaRPr lang="en-US" sz="1000" dirty="0"/>
          </a:p>
        </p:txBody>
      </p:sp>
      <p:sp>
        <p:nvSpPr>
          <p:cNvPr id="11" name="Text 9"/>
          <p:cNvSpPr/>
          <p:nvPr/>
        </p:nvSpPr>
        <p:spPr>
          <a:xfrm>
            <a:off x="2468880" y="1993392"/>
            <a:ext cx="3017520" cy="365760"/>
          </a:xfrm>
          <a:prstGeom prst="rect">
            <a:avLst/>
          </a:prstGeom>
          <a:noFill/>
          <a:ln/>
        </p:spPr>
        <p:txBody>
          <a:bodyPr wrap="square" lIns="0" tIns="0" rIns="0" bIns="0" rtlCol="0" anchor="ctr"/>
          <a:lstStyle/>
          <a:p>
            <a:pPr marL="0" indent="0">
              <a:buNone/>
            </a:pPr>
            <a:r>
              <a:rPr lang="en-US" sz="2000" b="1" dirty="0">
                <a:solidFill>
                  <a:srgbClr val="26384D"/>
                </a:solidFill>
                <a:latin typeface="Aptos Display" pitchFamily="34" charset="0"/>
                <a:ea typeface="Aptos Display" pitchFamily="34" charset="-122"/>
                <a:cs typeface="Aptos Display" pitchFamily="34" charset="-120"/>
              </a:rPr>
              <a:t>[13:00, 14:00)</a:t>
            </a:r>
            <a:endParaRPr lang="en-US" sz="2000" dirty="0"/>
          </a:p>
        </p:txBody>
      </p:sp>
      <p:sp>
        <p:nvSpPr>
          <p:cNvPr id="12" name="Text 10"/>
          <p:cNvSpPr/>
          <p:nvPr/>
        </p:nvSpPr>
        <p:spPr>
          <a:xfrm>
            <a:off x="5806440" y="2176272"/>
            <a:ext cx="2377440" cy="274320"/>
          </a:xfrm>
          <a:prstGeom prst="rect">
            <a:avLst/>
          </a:prstGeom>
          <a:noFill/>
          <a:ln/>
        </p:spPr>
        <p:txBody>
          <a:bodyPr wrap="square" lIns="0" tIns="0" rIns="0" bIns="0" rtlCol="0" anchor="ctr"/>
          <a:lstStyle/>
          <a:p>
            <a:pPr marL="0" indent="0">
              <a:buNone/>
            </a:pPr>
            <a:r>
              <a:rPr lang="en-US" sz="1500" dirty="0">
                <a:solidFill>
                  <a:srgbClr val="63768A"/>
                </a:solidFill>
                <a:latin typeface="Aptos" pitchFamily="34" charset="0"/>
                <a:ea typeface="Aptos" pitchFamily="34" charset="-122"/>
                <a:cs typeface="Aptos" pitchFamily="34" charset="-120"/>
              </a:rPr>
              <a:t>identificado como</a:t>
            </a:r>
            <a:endParaRPr lang="en-US" sz="1500" dirty="0"/>
          </a:p>
        </p:txBody>
      </p:sp>
      <p:sp>
        <p:nvSpPr>
          <p:cNvPr id="13" name="Text 11"/>
          <p:cNvSpPr/>
          <p:nvPr/>
        </p:nvSpPr>
        <p:spPr>
          <a:xfrm>
            <a:off x="8723376" y="2048256"/>
            <a:ext cx="1920240" cy="438912"/>
          </a:xfrm>
          <a:prstGeom prst="rect">
            <a:avLst/>
          </a:prstGeom>
          <a:noFill/>
          <a:ln/>
        </p:spPr>
        <p:txBody>
          <a:bodyPr wrap="square" lIns="0" tIns="0" rIns="0" bIns="0" rtlCol="0" anchor="ctr"/>
          <a:lstStyle/>
          <a:p>
            <a:pPr marL="0" indent="0">
              <a:buNone/>
            </a:pPr>
            <a:r>
              <a:rPr lang="en-US" sz="2600" b="1" dirty="0">
                <a:solidFill>
                  <a:srgbClr val="1473C8"/>
                </a:solidFill>
                <a:latin typeface="Aptos" pitchFamily="34" charset="0"/>
                <a:ea typeface="Aptos" pitchFamily="34" charset="-122"/>
                <a:cs typeface="Aptos" pitchFamily="34" charset="-120"/>
              </a:rPr>
              <a:t>13:00</a:t>
            </a:r>
            <a:endParaRPr lang="en-US" sz="2600" dirty="0"/>
          </a:p>
        </p:txBody>
      </p:sp>
      <p:sp>
        <p:nvSpPr>
          <p:cNvPr id="14" name="Shape 12"/>
          <p:cNvSpPr/>
          <p:nvPr/>
        </p:nvSpPr>
        <p:spPr>
          <a:xfrm>
            <a:off x="777240" y="3099816"/>
            <a:ext cx="10652760" cy="1033272"/>
          </a:xfrm>
          <a:prstGeom prst="roundRect">
            <a:avLst>
              <a:gd name="adj" fmla="val 13274"/>
            </a:avLst>
          </a:prstGeom>
          <a:solidFill>
            <a:srgbClr val="FFF7ED"/>
          </a:solidFill>
          <a:ln w="10160">
            <a:solidFill>
              <a:srgbClr val="D7E1EB"/>
            </a:solidFill>
            <a:prstDash val="solid"/>
          </a:ln>
        </p:spPr>
        <p:txBody>
          <a:bodyPr/>
          <a:lstStyle/>
          <a:p>
            <a:endParaRPr lang="en-US"/>
          </a:p>
        </p:txBody>
      </p:sp>
      <p:sp>
        <p:nvSpPr>
          <p:cNvPr id="15" name="Shape 13"/>
          <p:cNvSpPr/>
          <p:nvPr/>
        </p:nvSpPr>
        <p:spPr>
          <a:xfrm>
            <a:off x="996696" y="3438144"/>
            <a:ext cx="1170432" cy="320040"/>
          </a:xfrm>
          <a:prstGeom prst="roundRect">
            <a:avLst>
              <a:gd name="adj" fmla="val 34286"/>
            </a:avLst>
          </a:prstGeom>
          <a:solidFill>
            <a:srgbClr val="E7943E"/>
          </a:solidFill>
          <a:ln w="12700">
            <a:solidFill>
              <a:srgbClr val="E7943E"/>
            </a:solidFill>
            <a:prstDash val="solid"/>
          </a:ln>
        </p:spPr>
        <p:txBody>
          <a:bodyPr/>
          <a:lstStyle/>
          <a:p>
            <a:endParaRPr lang="en-US"/>
          </a:p>
        </p:txBody>
      </p:sp>
      <p:sp>
        <p:nvSpPr>
          <p:cNvPr id="16" name="Text 14"/>
          <p:cNvSpPr/>
          <p:nvPr/>
        </p:nvSpPr>
        <p:spPr>
          <a:xfrm>
            <a:off x="996696" y="3488436"/>
            <a:ext cx="1170432"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CENTER</a:t>
            </a:r>
            <a:endParaRPr lang="en-US" sz="1000" dirty="0"/>
          </a:p>
        </p:txBody>
      </p:sp>
      <p:sp>
        <p:nvSpPr>
          <p:cNvPr id="17" name="Text 15"/>
          <p:cNvSpPr/>
          <p:nvPr/>
        </p:nvSpPr>
        <p:spPr>
          <a:xfrm>
            <a:off x="2468880" y="3264408"/>
            <a:ext cx="3017520" cy="365760"/>
          </a:xfrm>
          <a:prstGeom prst="rect">
            <a:avLst/>
          </a:prstGeom>
          <a:noFill/>
          <a:ln/>
        </p:spPr>
        <p:txBody>
          <a:bodyPr wrap="square" lIns="0" tIns="0" rIns="0" bIns="0" rtlCol="0" anchor="ctr"/>
          <a:lstStyle/>
          <a:p>
            <a:pPr marL="0" indent="0">
              <a:buNone/>
            </a:pPr>
            <a:r>
              <a:rPr lang="en-US" sz="2000" b="1" dirty="0">
                <a:solidFill>
                  <a:srgbClr val="26384D"/>
                </a:solidFill>
                <a:latin typeface="Aptos Display" pitchFamily="34" charset="0"/>
                <a:ea typeface="Aptos Display" pitchFamily="34" charset="-122"/>
                <a:cs typeface="Aptos Display" pitchFamily="34" charset="-120"/>
              </a:rPr>
              <a:t>[13:00, 14:00)</a:t>
            </a:r>
            <a:endParaRPr lang="en-US" sz="2000" dirty="0"/>
          </a:p>
        </p:txBody>
      </p:sp>
      <p:sp>
        <p:nvSpPr>
          <p:cNvPr id="18" name="Text 16"/>
          <p:cNvSpPr/>
          <p:nvPr/>
        </p:nvSpPr>
        <p:spPr>
          <a:xfrm>
            <a:off x="5806440" y="3447288"/>
            <a:ext cx="2377440" cy="274320"/>
          </a:xfrm>
          <a:prstGeom prst="rect">
            <a:avLst/>
          </a:prstGeom>
          <a:noFill/>
          <a:ln/>
        </p:spPr>
        <p:txBody>
          <a:bodyPr wrap="square" lIns="0" tIns="0" rIns="0" bIns="0" rtlCol="0" anchor="ctr"/>
          <a:lstStyle/>
          <a:p>
            <a:pPr marL="0" indent="0">
              <a:buNone/>
            </a:pPr>
            <a:r>
              <a:rPr lang="en-US" sz="1500" dirty="0">
                <a:solidFill>
                  <a:srgbClr val="63768A"/>
                </a:solidFill>
                <a:latin typeface="Aptos" pitchFamily="34" charset="0"/>
                <a:ea typeface="Aptos" pitchFamily="34" charset="-122"/>
                <a:cs typeface="Aptos" pitchFamily="34" charset="-120"/>
              </a:rPr>
              <a:t>identificado como</a:t>
            </a:r>
            <a:endParaRPr lang="en-US" sz="1500" dirty="0"/>
          </a:p>
        </p:txBody>
      </p:sp>
      <p:sp>
        <p:nvSpPr>
          <p:cNvPr id="19" name="Text 17"/>
          <p:cNvSpPr/>
          <p:nvPr/>
        </p:nvSpPr>
        <p:spPr>
          <a:xfrm>
            <a:off x="8723376" y="3319272"/>
            <a:ext cx="1920240" cy="438912"/>
          </a:xfrm>
          <a:prstGeom prst="rect">
            <a:avLst/>
          </a:prstGeom>
          <a:noFill/>
          <a:ln/>
        </p:spPr>
        <p:txBody>
          <a:bodyPr wrap="square" lIns="0" tIns="0" rIns="0" bIns="0" rtlCol="0" anchor="ctr"/>
          <a:lstStyle/>
          <a:p>
            <a:pPr marL="0" indent="0">
              <a:buNone/>
            </a:pPr>
            <a:r>
              <a:rPr lang="en-US" sz="2600" b="1" dirty="0">
                <a:solidFill>
                  <a:srgbClr val="E7943E"/>
                </a:solidFill>
                <a:latin typeface="Aptos" pitchFamily="34" charset="0"/>
                <a:ea typeface="Aptos" pitchFamily="34" charset="-122"/>
                <a:cs typeface="Aptos" pitchFamily="34" charset="-120"/>
              </a:rPr>
              <a:t>13:30</a:t>
            </a:r>
            <a:endParaRPr lang="en-US" sz="2600" dirty="0"/>
          </a:p>
        </p:txBody>
      </p:sp>
      <p:sp>
        <p:nvSpPr>
          <p:cNvPr id="20" name="Shape 18"/>
          <p:cNvSpPr/>
          <p:nvPr/>
        </p:nvSpPr>
        <p:spPr>
          <a:xfrm>
            <a:off x="777240" y="4370832"/>
            <a:ext cx="10652760" cy="1033272"/>
          </a:xfrm>
          <a:prstGeom prst="roundRect">
            <a:avLst>
              <a:gd name="adj" fmla="val 13274"/>
            </a:avLst>
          </a:prstGeom>
          <a:solidFill>
            <a:srgbClr val="F6F9FC"/>
          </a:solidFill>
          <a:ln w="10160">
            <a:solidFill>
              <a:srgbClr val="D7E1EB"/>
            </a:solidFill>
            <a:prstDash val="solid"/>
          </a:ln>
        </p:spPr>
        <p:txBody>
          <a:bodyPr/>
          <a:lstStyle/>
          <a:p>
            <a:endParaRPr lang="en-US"/>
          </a:p>
        </p:txBody>
      </p:sp>
      <p:sp>
        <p:nvSpPr>
          <p:cNvPr id="21" name="Shape 19"/>
          <p:cNvSpPr/>
          <p:nvPr/>
        </p:nvSpPr>
        <p:spPr>
          <a:xfrm>
            <a:off x="996696" y="4709160"/>
            <a:ext cx="1170432" cy="320040"/>
          </a:xfrm>
          <a:prstGeom prst="roundRect">
            <a:avLst>
              <a:gd name="adj" fmla="val 34286"/>
            </a:avLst>
          </a:prstGeom>
          <a:solidFill>
            <a:srgbClr val="26A69A"/>
          </a:solidFill>
          <a:ln w="12700">
            <a:solidFill>
              <a:srgbClr val="26A69A"/>
            </a:solidFill>
            <a:prstDash val="solid"/>
          </a:ln>
        </p:spPr>
        <p:txBody>
          <a:bodyPr/>
          <a:lstStyle/>
          <a:p>
            <a:endParaRPr lang="en-US"/>
          </a:p>
        </p:txBody>
      </p:sp>
      <p:sp>
        <p:nvSpPr>
          <p:cNvPr id="22" name="Text 20"/>
          <p:cNvSpPr/>
          <p:nvPr/>
        </p:nvSpPr>
        <p:spPr>
          <a:xfrm>
            <a:off x="996696" y="4759452"/>
            <a:ext cx="1170432"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RIGHT</a:t>
            </a:r>
            <a:endParaRPr lang="en-US" sz="1000" dirty="0"/>
          </a:p>
        </p:txBody>
      </p:sp>
      <p:sp>
        <p:nvSpPr>
          <p:cNvPr id="23" name="Text 21"/>
          <p:cNvSpPr/>
          <p:nvPr/>
        </p:nvSpPr>
        <p:spPr>
          <a:xfrm>
            <a:off x="2468880" y="4535424"/>
            <a:ext cx="3017520" cy="365760"/>
          </a:xfrm>
          <a:prstGeom prst="rect">
            <a:avLst/>
          </a:prstGeom>
          <a:noFill/>
          <a:ln/>
        </p:spPr>
        <p:txBody>
          <a:bodyPr wrap="square" lIns="0" tIns="0" rIns="0" bIns="0" rtlCol="0" anchor="ctr"/>
          <a:lstStyle/>
          <a:p>
            <a:pPr marL="0" indent="0">
              <a:buNone/>
            </a:pPr>
            <a:r>
              <a:rPr lang="en-US" sz="2000" b="1" dirty="0">
                <a:solidFill>
                  <a:srgbClr val="26384D"/>
                </a:solidFill>
                <a:latin typeface="Aptos Display" pitchFamily="34" charset="0"/>
                <a:ea typeface="Aptos Display" pitchFamily="34" charset="-122"/>
                <a:cs typeface="Aptos Display" pitchFamily="34" charset="-120"/>
              </a:rPr>
              <a:t>[13:00, 14:00)</a:t>
            </a:r>
            <a:endParaRPr lang="en-US" sz="2000" dirty="0"/>
          </a:p>
        </p:txBody>
      </p:sp>
      <p:sp>
        <p:nvSpPr>
          <p:cNvPr id="24" name="Text 22"/>
          <p:cNvSpPr/>
          <p:nvPr/>
        </p:nvSpPr>
        <p:spPr>
          <a:xfrm>
            <a:off x="5806440" y="4718304"/>
            <a:ext cx="2377440" cy="274320"/>
          </a:xfrm>
          <a:prstGeom prst="rect">
            <a:avLst/>
          </a:prstGeom>
          <a:noFill/>
          <a:ln/>
        </p:spPr>
        <p:txBody>
          <a:bodyPr wrap="square" lIns="0" tIns="0" rIns="0" bIns="0" rtlCol="0" anchor="ctr"/>
          <a:lstStyle/>
          <a:p>
            <a:pPr marL="0" indent="0">
              <a:buNone/>
            </a:pPr>
            <a:r>
              <a:rPr lang="en-US" sz="1500" dirty="0">
                <a:solidFill>
                  <a:srgbClr val="63768A"/>
                </a:solidFill>
                <a:latin typeface="Aptos" pitchFamily="34" charset="0"/>
                <a:ea typeface="Aptos" pitchFamily="34" charset="-122"/>
                <a:cs typeface="Aptos" pitchFamily="34" charset="-120"/>
              </a:rPr>
              <a:t>identificado como</a:t>
            </a:r>
            <a:endParaRPr lang="en-US" sz="1500" dirty="0"/>
          </a:p>
        </p:txBody>
      </p:sp>
      <p:sp>
        <p:nvSpPr>
          <p:cNvPr id="25" name="Text 23"/>
          <p:cNvSpPr/>
          <p:nvPr/>
        </p:nvSpPr>
        <p:spPr>
          <a:xfrm>
            <a:off x="8723376" y="4590288"/>
            <a:ext cx="1920240" cy="438912"/>
          </a:xfrm>
          <a:prstGeom prst="rect">
            <a:avLst/>
          </a:prstGeom>
          <a:noFill/>
          <a:ln/>
        </p:spPr>
        <p:txBody>
          <a:bodyPr wrap="square" lIns="0" tIns="0" rIns="0" bIns="0" rtlCol="0" anchor="ctr"/>
          <a:lstStyle/>
          <a:p>
            <a:pPr marL="0" indent="0">
              <a:buNone/>
            </a:pPr>
            <a:r>
              <a:rPr lang="en-US" sz="2600" b="1" dirty="0">
                <a:solidFill>
                  <a:srgbClr val="26A69A"/>
                </a:solidFill>
                <a:latin typeface="Aptos" pitchFamily="34" charset="0"/>
                <a:ea typeface="Aptos" pitchFamily="34" charset="-122"/>
                <a:cs typeface="Aptos" pitchFamily="34" charset="-120"/>
              </a:rPr>
              <a:t>14:00</a:t>
            </a:r>
            <a:endParaRPr lang="en-US" sz="2600" dirty="0"/>
          </a:p>
        </p:txBody>
      </p:sp>
      <p:sp>
        <p:nvSpPr>
          <p:cNvPr id="26" name="Text 24"/>
          <p:cNvSpPr/>
          <p:nvPr/>
        </p:nvSpPr>
        <p:spPr>
          <a:xfrm>
            <a:off x="1005840" y="5852160"/>
            <a:ext cx="10424160" cy="347472"/>
          </a:xfrm>
          <a:prstGeom prst="rect">
            <a:avLst/>
          </a:prstGeom>
          <a:noFill/>
          <a:ln/>
        </p:spPr>
        <p:txBody>
          <a:bodyPr wrap="square" lIns="0" tIns="0" rIns="0" bIns="0" rtlCol="0" anchor="ctr"/>
          <a:lstStyle/>
          <a:p>
            <a:pPr marL="0" indent="0">
              <a:buNone/>
            </a:pPr>
            <a:r>
              <a:rPr lang="en-US" sz="1500" i="1" dirty="0">
                <a:solidFill>
                  <a:srgbClr val="63768A"/>
                </a:solidFill>
                <a:latin typeface="Aptos" pitchFamily="34" charset="0"/>
                <a:ea typeface="Aptos" pitchFamily="34" charset="-122"/>
                <a:cs typeface="Aptos" pitchFamily="34" charset="-120"/>
              </a:rPr>
              <a:t>Em pandas: closed define a inclusão nas bordas; label define o rótulo do intervalo.</a:t>
            </a:r>
            <a:endParaRPr lang="en-US" sz="1500" dirty="0"/>
          </a:p>
        </p:txBody>
      </p:sp>
      <p:sp>
        <p:nvSpPr>
          <p:cNvPr id="29" name="Title 28">
            <a:extLst>
              <a:ext uri="{FF2B5EF4-FFF2-40B4-BE49-F238E27FC236}">
                <a16:creationId xmlns:a16="http://schemas.microsoft.com/office/drawing/2014/main" id="{41843806-5ED0-2C97-B04B-4A4F0EE139FF}"/>
              </a:ext>
            </a:extLst>
          </p:cNvPr>
          <p:cNvSpPr>
            <a:spLocks noGrp="1"/>
          </p:cNvSpPr>
          <p:nvPr>
            <p:ph type="title"/>
          </p:nvPr>
        </p:nvSpPr>
        <p:spPr>
          <a:xfrm>
            <a:off x="0" y="172944"/>
            <a:ext cx="8368748" cy="1070640"/>
          </a:xfrm>
        </p:spPr>
        <p:txBody>
          <a:bodyPr>
            <a:normAutofit/>
          </a:bodyPr>
          <a:lstStyle/>
          <a:p>
            <a:r>
              <a:rPr lang="en-US" dirty="0"/>
              <a:t>Left, right </a:t>
            </a:r>
            <a:r>
              <a:rPr lang="en-US" dirty="0" err="1"/>
              <a:t>ou</a:t>
            </a:r>
            <a:r>
              <a:rPr lang="en-US" dirty="0"/>
              <a:t> center? Valor </a:t>
            </a:r>
            <a:r>
              <a:rPr lang="es-419" dirty="0"/>
              <a:t>é similar </a:t>
            </a:r>
            <a:r>
              <a:rPr lang="es-419" dirty="0" err="1"/>
              <a:t>mais</a:t>
            </a:r>
            <a:r>
              <a:rPr lang="es-419" dirty="0"/>
              <a:t> pode ter consecuencias </a:t>
            </a:r>
            <a:r>
              <a:rPr lang="es-419" dirty="0" err="1"/>
              <a:t>depois</a:t>
            </a:r>
            <a:r>
              <a:rPr lang="es-419" dirty="0"/>
              <a:t>..</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990D83-D9EF-D9F7-C194-253773578727}"/>
              </a:ext>
            </a:extLst>
          </p:cNvPr>
          <p:cNvPicPr>
            <a:picLocks noChangeAspect="1"/>
          </p:cNvPicPr>
          <p:nvPr/>
        </p:nvPicPr>
        <p:blipFill>
          <a:blip r:embed="rId2"/>
          <a:stretch>
            <a:fillRect/>
          </a:stretch>
        </p:blipFill>
        <p:spPr>
          <a:xfrm>
            <a:off x="0" y="2332514"/>
            <a:ext cx="12085983" cy="2630828"/>
          </a:xfrm>
          <a:prstGeom prst="rect">
            <a:avLst/>
          </a:prstGeom>
        </p:spPr>
      </p:pic>
      <p:sp>
        <p:nvSpPr>
          <p:cNvPr id="5" name="TextBox 4">
            <a:extLst>
              <a:ext uri="{FF2B5EF4-FFF2-40B4-BE49-F238E27FC236}">
                <a16:creationId xmlns:a16="http://schemas.microsoft.com/office/drawing/2014/main" id="{FD8DF612-D050-EE90-AE09-5B1D128C6056}"/>
              </a:ext>
            </a:extLst>
          </p:cNvPr>
          <p:cNvSpPr txBox="1"/>
          <p:nvPr/>
        </p:nvSpPr>
        <p:spPr>
          <a:xfrm>
            <a:off x="263625" y="6488668"/>
            <a:ext cx="9808028" cy="369332"/>
          </a:xfrm>
          <a:prstGeom prst="rect">
            <a:avLst/>
          </a:prstGeom>
          <a:noFill/>
        </p:spPr>
        <p:txBody>
          <a:bodyPr wrap="square">
            <a:spAutoFit/>
          </a:bodyPr>
          <a:lstStyle/>
          <a:p>
            <a:r>
              <a:rPr lang="en-US" dirty="0"/>
              <a:t>IEA PVPS T13, 2021- Bifacial Photovoltaic Modules and Systems report</a:t>
            </a:r>
          </a:p>
        </p:txBody>
      </p:sp>
      <p:sp>
        <p:nvSpPr>
          <p:cNvPr id="6" name="Title 5">
            <a:extLst>
              <a:ext uri="{FF2B5EF4-FFF2-40B4-BE49-F238E27FC236}">
                <a16:creationId xmlns:a16="http://schemas.microsoft.com/office/drawing/2014/main" id="{13169906-1FB0-4B54-4B4C-EE79D268A74E}"/>
              </a:ext>
            </a:extLst>
          </p:cNvPr>
          <p:cNvSpPr>
            <a:spLocks noGrp="1"/>
          </p:cNvSpPr>
          <p:nvPr>
            <p:ph type="title"/>
          </p:nvPr>
        </p:nvSpPr>
        <p:spPr>
          <a:xfrm>
            <a:off x="-1" y="172944"/>
            <a:ext cx="8169965" cy="531906"/>
          </a:xfrm>
        </p:spPr>
        <p:txBody>
          <a:bodyPr>
            <a:normAutofit fontScale="90000"/>
          </a:bodyPr>
          <a:lstStyle/>
          <a:p>
            <a:pPr algn="l"/>
            <a:r>
              <a:rPr lang="en-US" dirty="0" err="1"/>
              <a:t>Consequências</a:t>
            </a:r>
            <a:r>
              <a:rPr lang="en-US" dirty="0"/>
              <a:t> de usar averaging e </a:t>
            </a:r>
            <a:r>
              <a:rPr lang="en-US" dirty="0" err="1"/>
              <a:t>horários</a:t>
            </a:r>
            <a:r>
              <a:rPr lang="en-US" dirty="0"/>
              <a:t> </a:t>
            </a:r>
            <a:r>
              <a:rPr lang="en-US" dirty="0" err="1"/>
              <a:t>incorretos</a:t>
            </a:r>
            <a:endParaRPr lang="en-US" dirty="0"/>
          </a:p>
        </p:txBody>
      </p:sp>
    </p:spTree>
    <p:extLst>
      <p:ext uri="{BB962C8B-B14F-4D97-AF65-F5344CB8AC3E}">
        <p14:creationId xmlns:p14="http://schemas.microsoft.com/office/powerpoint/2010/main" val="39689659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C2397-0947-1A3D-4BA9-B13E71A4651A}"/>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C35B32EC-599D-607F-EA69-9233745ABAE4}"/>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2940762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7454C-04D1-6E69-7A9E-AC7077EB983E}"/>
              </a:ext>
            </a:extLst>
          </p:cNvPr>
          <p:cNvSpPr>
            <a:spLocks noGrp="1"/>
          </p:cNvSpPr>
          <p:nvPr>
            <p:ph type="title"/>
          </p:nvPr>
        </p:nvSpPr>
        <p:spPr>
          <a:xfrm>
            <a:off x="407504" y="252457"/>
            <a:ext cx="5555974" cy="531906"/>
          </a:xfrm>
        </p:spPr>
        <p:txBody>
          <a:bodyPr>
            <a:normAutofit fontScale="90000"/>
          </a:bodyPr>
          <a:lstStyle/>
          <a:p>
            <a:r>
              <a:rPr lang="en-US" dirty="0" err="1"/>
              <a:t>Convenções</a:t>
            </a:r>
            <a:r>
              <a:rPr lang="en-US" dirty="0"/>
              <a:t> </a:t>
            </a:r>
            <a:r>
              <a:rPr lang="en-US" dirty="0" err="1"/>
              <a:t>temporais</a:t>
            </a:r>
            <a:r>
              <a:rPr lang="en-US" dirty="0"/>
              <a:t> </a:t>
            </a:r>
            <a:r>
              <a:rPr lang="en-US" dirty="0" err="1"/>
              <a:t>em</a:t>
            </a:r>
            <a:r>
              <a:rPr lang="en-US" dirty="0"/>
              <a:t> ferramentas e bases </a:t>
            </a:r>
            <a:r>
              <a:rPr lang="en-US" dirty="0" err="1"/>
              <a:t>meteorológicas</a:t>
            </a:r>
            <a:endParaRPr lang="en-US" dirty="0"/>
          </a:p>
        </p:txBody>
      </p:sp>
      <p:graphicFrame>
        <p:nvGraphicFramePr>
          <p:cNvPr id="3" name="Table 2">
            <a:extLst>
              <a:ext uri="{FF2B5EF4-FFF2-40B4-BE49-F238E27FC236}">
                <a16:creationId xmlns:a16="http://schemas.microsoft.com/office/drawing/2014/main" id="{7A1BBFB6-2E87-8618-63B6-CC04DEA711DE}"/>
              </a:ext>
            </a:extLst>
          </p:cNvPr>
          <p:cNvGraphicFramePr>
            <a:graphicFrameLocks noGrp="1"/>
          </p:cNvGraphicFramePr>
          <p:nvPr>
            <p:extLst>
              <p:ext uri="{D42A27DB-BD31-4B8C-83A1-F6EECF244321}">
                <p14:modId xmlns:p14="http://schemas.microsoft.com/office/powerpoint/2010/main" val="3094824794"/>
              </p:ext>
            </p:extLst>
          </p:nvPr>
        </p:nvGraphicFramePr>
        <p:xfrm>
          <a:off x="988542" y="1140213"/>
          <a:ext cx="10214916" cy="5134017"/>
        </p:xfrm>
        <a:graphic>
          <a:graphicData uri="http://schemas.openxmlformats.org/drawingml/2006/table">
            <a:tbl>
              <a:tblPr>
                <a:tableStyleId>{5C22544A-7EE6-4342-B048-85BDC9FD1C3A}</a:tableStyleId>
              </a:tblPr>
              <a:tblGrid>
                <a:gridCol w="3404972">
                  <a:extLst>
                    <a:ext uri="{9D8B030D-6E8A-4147-A177-3AD203B41FA5}">
                      <a16:colId xmlns:a16="http://schemas.microsoft.com/office/drawing/2014/main" val="401153260"/>
                    </a:ext>
                  </a:extLst>
                </a:gridCol>
                <a:gridCol w="3404972">
                  <a:extLst>
                    <a:ext uri="{9D8B030D-6E8A-4147-A177-3AD203B41FA5}">
                      <a16:colId xmlns:a16="http://schemas.microsoft.com/office/drawing/2014/main" val="837802567"/>
                    </a:ext>
                  </a:extLst>
                </a:gridCol>
                <a:gridCol w="3404972">
                  <a:extLst>
                    <a:ext uri="{9D8B030D-6E8A-4147-A177-3AD203B41FA5}">
                      <a16:colId xmlns:a16="http://schemas.microsoft.com/office/drawing/2014/main" val="2993520891"/>
                    </a:ext>
                  </a:extLst>
                </a:gridCol>
              </a:tblGrid>
              <a:tr h="277687">
                <a:tc>
                  <a:txBody>
                    <a:bodyPr/>
                    <a:lstStyle/>
                    <a:p>
                      <a:pPr>
                        <a:buNone/>
                      </a:pPr>
                      <a:r>
                        <a:rPr lang="en-US" sz="1400" dirty="0"/>
                        <a:t>Ferramenta / base</a:t>
                      </a:r>
                    </a:p>
                  </a:txBody>
                  <a:tcPr marL="69422" marR="69422" marT="34711" marB="34711" anchor="ctr"/>
                </a:tc>
                <a:tc>
                  <a:txBody>
                    <a:bodyPr/>
                    <a:lstStyle/>
                    <a:p>
                      <a:pPr>
                        <a:buNone/>
                      </a:pPr>
                      <a:r>
                        <a:rPr lang="en-US" sz="1400"/>
                        <a:t>Convenção horária</a:t>
                      </a:r>
                    </a:p>
                  </a:txBody>
                  <a:tcPr marL="69422" marR="69422" marT="34711" marB="34711" anchor="ctr"/>
                </a:tc>
                <a:tc>
                  <a:txBody>
                    <a:bodyPr/>
                    <a:lstStyle/>
                    <a:p>
                      <a:pPr>
                        <a:buNone/>
                      </a:pPr>
                      <a:r>
                        <a:rPr lang="en-US" sz="1400"/>
                        <a:t>Atenção</a:t>
                      </a:r>
                    </a:p>
                  </a:txBody>
                  <a:tcPr marL="69422" marR="69422" marT="34711" marB="34711" anchor="ctr"/>
                </a:tc>
                <a:extLst>
                  <a:ext uri="{0D108BD9-81ED-4DB2-BD59-A6C34878D82A}">
                    <a16:rowId xmlns:a16="http://schemas.microsoft.com/office/drawing/2014/main" val="3748848486"/>
                  </a:ext>
                </a:extLst>
              </a:tr>
              <a:tr h="694216">
                <a:tc>
                  <a:txBody>
                    <a:bodyPr/>
                    <a:lstStyle/>
                    <a:p>
                      <a:pPr marL="0" algn="l" defTabSz="914400" rtl="0" eaLnBrk="1" latinLnBrk="0" hangingPunct="1">
                        <a:buNone/>
                      </a:pPr>
                      <a:r>
                        <a:rPr lang="en-US" sz="1400" kern="1200" dirty="0" err="1">
                          <a:solidFill>
                            <a:schemeClr val="dk1"/>
                          </a:solidFill>
                          <a:latin typeface="+mn-lt"/>
                          <a:ea typeface="+mn-ea"/>
                          <a:cs typeface="+mn-cs"/>
                        </a:rPr>
                        <a:t>pvlib</a:t>
                      </a:r>
                      <a:endParaRPr lang="en-US" sz="140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US" sz="1400" kern="1200" dirty="0" err="1">
                          <a:solidFill>
                            <a:schemeClr val="dk1"/>
                          </a:solidFill>
                          <a:latin typeface="+mn-lt"/>
                          <a:ea typeface="+mn-ea"/>
                          <a:cs typeface="+mn-cs"/>
                        </a:rPr>
                        <a:t>Utiliza</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diretamente</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os</a:t>
                      </a:r>
                      <a:r>
                        <a:rPr lang="en-US" sz="1400" kern="1200" dirty="0">
                          <a:solidFill>
                            <a:schemeClr val="dk1"/>
                          </a:solidFill>
                          <a:latin typeface="+mn-lt"/>
                          <a:ea typeface="+mn-ea"/>
                          <a:cs typeface="+mn-cs"/>
                        </a:rPr>
                        <a:t> timestamps </a:t>
                      </a:r>
                      <a:r>
                        <a:rPr lang="en-US" sz="1400" kern="1200" dirty="0" err="1">
                          <a:solidFill>
                            <a:schemeClr val="dk1"/>
                          </a:solidFill>
                          <a:latin typeface="+mn-lt"/>
                          <a:ea typeface="+mn-ea"/>
                          <a:cs typeface="+mn-cs"/>
                        </a:rPr>
                        <a:t>fornecidos</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incluindo</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minuto</a:t>
                      </a:r>
                      <a:r>
                        <a:rPr lang="en-US" sz="1400" kern="1200" dirty="0">
                          <a:solidFill>
                            <a:schemeClr val="dk1"/>
                          </a:solidFill>
                          <a:latin typeface="+mn-lt"/>
                          <a:ea typeface="+mn-ea"/>
                          <a:cs typeface="+mn-cs"/>
                        </a:rPr>
                        <a:t> e </a:t>
                      </a:r>
                      <a:r>
                        <a:rPr lang="en-US" sz="1400" kern="1200" dirty="0" err="1">
                          <a:solidFill>
                            <a:schemeClr val="dk1"/>
                          </a:solidFill>
                          <a:latin typeface="+mn-lt"/>
                          <a:ea typeface="+mn-ea"/>
                          <a:cs typeface="+mn-cs"/>
                        </a:rPr>
                        <a:t>fuso</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horário</a:t>
                      </a:r>
                      <a:r>
                        <a:rPr lang="en-US" sz="1400" kern="1200" dirty="0">
                          <a:solidFill>
                            <a:schemeClr val="dk1"/>
                          </a:solidFill>
                          <a:latin typeface="+mn-lt"/>
                          <a:ea typeface="+mn-ea"/>
                          <a:cs typeface="+mn-cs"/>
                        </a:rPr>
                        <a:t>. </a:t>
                      </a:r>
                    </a:p>
                  </a:txBody>
                  <a:tcPr anchor="ctr"/>
                </a:tc>
                <a:tc>
                  <a:txBody>
                    <a:bodyPr/>
                    <a:lstStyle/>
                    <a:p>
                      <a:pPr>
                        <a:buNone/>
                      </a:pPr>
                      <a:endParaRPr lang="en-US" sz="1400" dirty="0"/>
                    </a:p>
                  </a:txBody>
                  <a:tcPr marL="69422" marR="69422" marT="34711" marB="34711" anchor="ctr"/>
                </a:tc>
                <a:extLst>
                  <a:ext uri="{0D108BD9-81ED-4DB2-BD59-A6C34878D82A}">
                    <a16:rowId xmlns:a16="http://schemas.microsoft.com/office/drawing/2014/main" val="2276814691"/>
                  </a:ext>
                </a:extLst>
              </a:tr>
              <a:tr h="694216">
                <a:tc>
                  <a:txBody>
                    <a:bodyPr/>
                    <a:lstStyle/>
                    <a:p>
                      <a:pPr>
                        <a:buNone/>
                      </a:pPr>
                      <a:r>
                        <a:rPr lang="en-US" sz="1400" dirty="0"/>
                        <a:t>PVsyst</a:t>
                      </a:r>
                    </a:p>
                  </a:txBody>
                  <a:tcPr marL="69422" marR="69422" marT="34711" marB="34711" anchor="ctr"/>
                </a:tc>
                <a:tc>
                  <a:txBody>
                    <a:bodyPr/>
                    <a:lstStyle/>
                    <a:p>
                      <a:pPr>
                        <a:buNone/>
                      </a:pPr>
                      <a:r>
                        <a:rPr lang="en-US" sz="1400" dirty="0" err="1"/>
                        <a:t>Intervalo</a:t>
                      </a:r>
                      <a:r>
                        <a:rPr lang="en-US" sz="1400" dirty="0"/>
                        <a:t> </a:t>
                      </a:r>
                      <a:r>
                        <a:rPr lang="en-US" sz="1400" dirty="0" err="1"/>
                        <a:t>identificado</a:t>
                      </a:r>
                      <a:r>
                        <a:rPr lang="en-US" sz="1400" dirty="0"/>
                        <a:t> </a:t>
                      </a:r>
                      <a:r>
                        <a:rPr lang="en-US" sz="1400" dirty="0" err="1"/>
                        <a:t>pelo</a:t>
                      </a:r>
                      <a:r>
                        <a:rPr lang="en-US" sz="1400" dirty="0"/>
                        <a:t> </a:t>
                      </a:r>
                      <a:r>
                        <a:rPr lang="en-US" sz="1400" dirty="0" err="1"/>
                        <a:t>início</a:t>
                      </a:r>
                      <a:r>
                        <a:rPr lang="en-US" sz="1400" dirty="0"/>
                        <a:t> (HH:00); </a:t>
                      </a:r>
                      <a:r>
                        <a:rPr lang="en-US" sz="1400" dirty="0" err="1"/>
                        <a:t>posição</a:t>
                      </a:r>
                      <a:r>
                        <a:rPr lang="en-US" sz="1400" dirty="0"/>
                        <a:t> solar </a:t>
                      </a:r>
                      <a:r>
                        <a:rPr lang="en-US" sz="1400" dirty="0" err="1"/>
                        <a:t>calculada</a:t>
                      </a:r>
                      <a:r>
                        <a:rPr lang="en-US" sz="1400" dirty="0"/>
                        <a:t> </a:t>
                      </a:r>
                      <a:r>
                        <a:rPr lang="en-US" sz="1400" dirty="0" err="1"/>
                        <a:t>em</a:t>
                      </a:r>
                      <a:r>
                        <a:rPr lang="en-US" sz="1400" dirty="0"/>
                        <a:t> HH:30</a:t>
                      </a:r>
                    </a:p>
                  </a:txBody>
                  <a:tcPr marL="69422" marR="69422" marT="34711" marB="34711" anchor="ctr"/>
                </a:tc>
                <a:tc>
                  <a:txBody>
                    <a:bodyPr/>
                    <a:lstStyle/>
                    <a:p>
                      <a:pPr>
                        <a:buNone/>
                      </a:pPr>
                      <a:r>
                        <a:rPr lang="en-US" sz="1400" dirty="0" err="1"/>
                        <a:t>Correções</a:t>
                      </a:r>
                      <a:r>
                        <a:rPr lang="en-US" sz="1400" dirty="0"/>
                        <a:t> de Time Shift </a:t>
                      </a:r>
                      <a:r>
                        <a:rPr lang="en-US" sz="1400" dirty="0" err="1"/>
                        <a:t>na</a:t>
                      </a:r>
                      <a:r>
                        <a:rPr lang="en-US" sz="1400" dirty="0"/>
                        <a:t> </a:t>
                      </a:r>
                      <a:r>
                        <a:rPr lang="en-US" sz="1400" dirty="0" err="1"/>
                        <a:t>importação</a:t>
                      </a:r>
                      <a:endParaRPr lang="en-US" sz="1400" dirty="0"/>
                    </a:p>
                  </a:txBody>
                  <a:tcPr marL="69422" marR="69422" marT="34711" marB="34711" anchor="ctr"/>
                </a:tc>
                <a:extLst>
                  <a:ext uri="{0D108BD9-81ED-4DB2-BD59-A6C34878D82A}">
                    <a16:rowId xmlns:a16="http://schemas.microsoft.com/office/drawing/2014/main" val="4017225104"/>
                  </a:ext>
                </a:extLst>
              </a:tr>
              <a:tr h="485951">
                <a:tc>
                  <a:txBody>
                    <a:bodyPr/>
                    <a:lstStyle/>
                    <a:p>
                      <a:pPr>
                        <a:buNone/>
                      </a:pPr>
                      <a:r>
                        <a:rPr lang="en-US" sz="1400"/>
                        <a:t>SAM / PySAM</a:t>
                      </a:r>
                    </a:p>
                  </a:txBody>
                  <a:tcPr marL="69422" marR="69422" marT="34711" marB="34711" anchor="ctr"/>
                </a:tc>
                <a:tc>
                  <a:txBody>
                    <a:bodyPr/>
                    <a:lstStyle/>
                    <a:p>
                      <a:pPr>
                        <a:buNone/>
                      </a:pPr>
                      <a:r>
                        <a:rPr lang="en-US" sz="1400" dirty="0" err="1"/>
                        <a:t>Intervalos</a:t>
                      </a:r>
                      <a:r>
                        <a:rPr lang="en-US" sz="1400" dirty="0"/>
                        <a:t> </a:t>
                      </a:r>
                      <a:r>
                        <a:rPr lang="en-US" sz="1400" dirty="0" err="1"/>
                        <a:t>horários</a:t>
                      </a:r>
                      <a:r>
                        <a:rPr lang="en-US" sz="1400" dirty="0"/>
                        <a:t>; </a:t>
                      </a:r>
                      <a:r>
                        <a:rPr lang="en-US" sz="1400" dirty="0" err="1"/>
                        <a:t>posição</a:t>
                      </a:r>
                      <a:r>
                        <a:rPr lang="en-US" sz="1400" dirty="0"/>
                        <a:t> solar </a:t>
                      </a:r>
                      <a:r>
                        <a:rPr lang="en-US" sz="1400" dirty="0" err="1"/>
                        <a:t>em</a:t>
                      </a:r>
                      <a:r>
                        <a:rPr lang="en-US" sz="1400" dirty="0"/>
                        <a:t> HH:30</a:t>
                      </a:r>
                    </a:p>
                  </a:txBody>
                  <a:tcPr marL="69422" marR="69422" marT="34711" marB="34711" anchor="ctr"/>
                </a:tc>
                <a:tc>
                  <a:txBody>
                    <a:bodyPr/>
                    <a:lstStyle/>
                    <a:p>
                      <a:pPr>
                        <a:buNone/>
                      </a:pPr>
                      <a:r>
                        <a:rPr lang="en-US" sz="1400" dirty="0"/>
                        <a:t>Com Minute, </a:t>
                      </a:r>
                      <a:r>
                        <a:rPr lang="en-US" sz="1400" dirty="0" err="1"/>
                        <a:t>usa</a:t>
                      </a:r>
                      <a:r>
                        <a:rPr lang="en-US" sz="1400" dirty="0"/>
                        <a:t> o </a:t>
                      </a:r>
                      <a:r>
                        <a:rPr lang="en-US" sz="1400" dirty="0" err="1"/>
                        <a:t>minuto</a:t>
                      </a:r>
                      <a:r>
                        <a:rPr lang="en-US" sz="1400" dirty="0"/>
                        <a:t> </a:t>
                      </a:r>
                      <a:r>
                        <a:rPr lang="en-US" sz="1400" dirty="0" err="1"/>
                        <a:t>informado</a:t>
                      </a:r>
                      <a:r>
                        <a:rPr lang="en-US" sz="1400" dirty="0"/>
                        <a:t> para a </a:t>
                      </a:r>
                      <a:r>
                        <a:rPr lang="en-US" sz="1400" dirty="0" err="1"/>
                        <a:t>posição</a:t>
                      </a:r>
                      <a:r>
                        <a:rPr lang="en-US" sz="1400" dirty="0"/>
                        <a:t> solar</a:t>
                      </a:r>
                    </a:p>
                  </a:txBody>
                  <a:tcPr marL="69422" marR="69422" marT="34711" marB="34711" anchor="ctr"/>
                </a:tc>
                <a:extLst>
                  <a:ext uri="{0D108BD9-81ED-4DB2-BD59-A6C34878D82A}">
                    <a16:rowId xmlns:a16="http://schemas.microsoft.com/office/drawing/2014/main" val="3516031207"/>
                  </a:ext>
                </a:extLst>
              </a:tr>
              <a:tr h="485951">
                <a:tc>
                  <a:txBody>
                    <a:bodyPr/>
                    <a:lstStyle/>
                    <a:p>
                      <a:pPr>
                        <a:buNone/>
                      </a:pPr>
                      <a:r>
                        <a:rPr lang="en-US" sz="1400"/>
                        <a:t>NSRDB / PSM</a:t>
                      </a:r>
                    </a:p>
                  </a:txBody>
                  <a:tcPr marL="69422" marR="69422" marT="34711" marB="34711" anchor="ctr"/>
                </a:tc>
                <a:tc>
                  <a:txBody>
                    <a:bodyPr/>
                    <a:lstStyle/>
                    <a:p>
                      <a:pPr>
                        <a:buNone/>
                      </a:pPr>
                      <a:r>
                        <a:rPr lang="en-US" sz="1400" dirty="0"/>
                        <a:t>Dados </a:t>
                      </a:r>
                      <a:r>
                        <a:rPr lang="en-US" sz="1400" dirty="0" err="1"/>
                        <a:t>horários</a:t>
                      </a:r>
                      <a:r>
                        <a:rPr lang="en-US" sz="1400" dirty="0"/>
                        <a:t> de </a:t>
                      </a:r>
                      <a:r>
                        <a:rPr lang="en-US" sz="1400" dirty="0" err="1"/>
                        <a:t>irradiância</a:t>
                      </a:r>
                      <a:r>
                        <a:rPr lang="en-US" sz="1400" dirty="0"/>
                        <a:t> </a:t>
                      </a:r>
                      <a:r>
                        <a:rPr lang="en-US" sz="1400" dirty="0" err="1"/>
                        <a:t>em</a:t>
                      </a:r>
                      <a:r>
                        <a:rPr lang="en-US" sz="1400" dirty="0"/>
                        <a:t> HH:30</a:t>
                      </a:r>
                    </a:p>
                  </a:txBody>
                  <a:tcPr marL="69422" marR="69422" marT="34711" marB="34711" anchor="ctr"/>
                </a:tc>
                <a:tc>
                  <a:txBody>
                    <a:bodyPr/>
                    <a:lstStyle/>
                    <a:p>
                      <a:pPr>
                        <a:buNone/>
                      </a:pPr>
                      <a:r>
                        <a:rPr lang="en-US" sz="1400"/>
                        <a:t>Valores de irradiância representativos do instante central</a:t>
                      </a:r>
                    </a:p>
                  </a:txBody>
                  <a:tcPr marL="69422" marR="69422" marT="34711" marB="34711" anchor="ctr"/>
                </a:tc>
                <a:extLst>
                  <a:ext uri="{0D108BD9-81ED-4DB2-BD59-A6C34878D82A}">
                    <a16:rowId xmlns:a16="http://schemas.microsoft.com/office/drawing/2014/main" val="1389779608"/>
                  </a:ext>
                </a:extLst>
              </a:tr>
              <a:tr h="485951">
                <a:tc>
                  <a:txBody>
                    <a:bodyPr/>
                    <a:lstStyle/>
                    <a:p>
                      <a:pPr>
                        <a:buNone/>
                      </a:pPr>
                      <a:r>
                        <a:rPr lang="en-US" sz="1400" dirty="0"/>
                        <a:t>PVGIS — TMY CSV/JSON</a:t>
                      </a:r>
                    </a:p>
                  </a:txBody>
                  <a:tcPr marL="69422" marR="69422" marT="34711" marB="34711" anchor="ctr"/>
                </a:tc>
                <a:tc>
                  <a:txBody>
                    <a:bodyPr/>
                    <a:lstStyle/>
                    <a:p>
                      <a:pPr>
                        <a:buNone/>
                      </a:pPr>
                      <a:r>
                        <a:rPr lang="en-US" sz="1400" dirty="0"/>
                        <a:t>Timestamp HH:00 </a:t>
                      </a:r>
                      <a:r>
                        <a:rPr lang="en-US" sz="1400" dirty="0" err="1"/>
                        <a:t>em</a:t>
                      </a:r>
                      <a:r>
                        <a:rPr lang="en-US" sz="1400" dirty="0"/>
                        <a:t> UTC</a:t>
                      </a:r>
                    </a:p>
                  </a:txBody>
                  <a:tcPr marL="69422" marR="69422" marT="34711" marB="34711" anchor="ctr"/>
                </a:tc>
                <a:tc>
                  <a:txBody>
                    <a:bodyPr/>
                    <a:lstStyle/>
                    <a:p>
                      <a:pPr>
                        <a:buNone/>
                      </a:pPr>
                      <a:r>
                        <a:rPr lang="en-US" sz="1400" dirty="0" err="1"/>
                        <a:t>Irradiância</a:t>
                      </a:r>
                      <a:r>
                        <a:rPr lang="en-US" sz="1400" dirty="0"/>
                        <a:t> </a:t>
                      </a:r>
                      <a:r>
                        <a:rPr lang="en-US" sz="1400" dirty="0" err="1"/>
                        <a:t>pode</a:t>
                      </a:r>
                      <a:r>
                        <a:rPr lang="en-US" sz="1400" dirty="0"/>
                        <a:t> </a:t>
                      </a:r>
                      <a:r>
                        <a:rPr lang="en-US" sz="1400" dirty="0" err="1"/>
                        <a:t>corresponder</a:t>
                      </a:r>
                      <a:r>
                        <a:rPr lang="en-US" sz="1400" dirty="0"/>
                        <a:t> a outro </a:t>
                      </a:r>
                      <a:r>
                        <a:rPr lang="en-US" sz="1400" dirty="0" err="1"/>
                        <a:t>minuto</a:t>
                      </a:r>
                      <a:r>
                        <a:rPr lang="en-US" sz="1400" dirty="0"/>
                        <a:t>, </a:t>
                      </a:r>
                      <a:r>
                        <a:rPr lang="en-US" sz="1400" dirty="0" err="1"/>
                        <a:t>dependendo</a:t>
                      </a:r>
                      <a:r>
                        <a:rPr lang="en-US" sz="1400" dirty="0"/>
                        <a:t> da </a:t>
                      </a:r>
                      <a:r>
                        <a:rPr lang="en-US" sz="1400" dirty="0" err="1"/>
                        <a:t>fonte</a:t>
                      </a:r>
                      <a:endParaRPr lang="en-US" sz="1400" dirty="0"/>
                    </a:p>
                  </a:txBody>
                  <a:tcPr marL="69422" marR="69422" marT="34711" marB="34711" anchor="ctr"/>
                </a:tc>
                <a:extLst>
                  <a:ext uri="{0D108BD9-81ED-4DB2-BD59-A6C34878D82A}">
                    <a16:rowId xmlns:a16="http://schemas.microsoft.com/office/drawing/2014/main" val="1518503961"/>
                  </a:ext>
                </a:extLst>
              </a:tr>
              <a:tr h="485951">
                <a:tc>
                  <a:txBody>
                    <a:bodyPr/>
                    <a:lstStyle/>
                    <a:p>
                      <a:pPr>
                        <a:buNone/>
                      </a:pPr>
                      <a:r>
                        <a:rPr lang="en-US" sz="1400"/>
                        <a:t>PVGIS — ERA5</a:t>
                      </a:r>
                    </a:p>
                  </a:txBody>
                  <a:tcPr marL="69422" marR="69422" marT="34711" marB="34711" anchor="ctr"/>
                </a:tc>
                <a:tc>
                  <a:txBody>
                    <a:bodyPr/>
                    <a:lstStyle/>
                    <a:p>
                      <a:pPr>
                        <a:buNone/>
                      </a:pPr>
                      <a:r>
                        <a:rPr lang="en-US" sz="1400" dirty="0" err="1"/>
                        <a:t>Irradiância</a:t>
                      </a:r>
                      <a:r>
                        <a:rPr lang="en-US" sz="1400" dirty="0"/>
                        <a:t> </a:t>
                      </a:r>
                      <a:r>
                        <a:rPr lang="en-US" sz="1400" dirty="0" err="1"/>
                        <a:t>correspondente</a:t>
                      </a:r>
                      <a:r>
                        <a:rPr lang="en-US" sz="1400" dirty="0"/>
                        <a:t> a HH:30</a:t>
                      </a:r>
                    </a:p>
                  </a:txBody>
                  <a:tcPr marL="69422" marR="69422" marT="34711" marB="34711" anchor="ctr"/>
                </a:tc>
                <a:tc>
                  <a:txBody>
                    <a:bodyPr/>
                    <a:lstStyle/>
                    <a:p>
                      <a:pPr>
                        <a:buNone/>
                      </a:pPr>
                      <a:r>
                        <a:rPr lang="en-US" sz="1400" dirty="0"/>
                        <a:t>No TMY CSV, </a:t>
                      </a:r>
                      <a:r>
                        <a:rPr lang="en-US" sz="1400" dirty="0" err="1"/>
                        <a:t>permanece</a:t>
                      </a:r>
                      <a:r>
                        <a:rPr lang="en-US" sz="1400" dirty="0"/>
                        <a:t> </a:t>
                      </a:r>
                      <a:r>
                        <a:rPr lang="en-US" sz="1400" dirty="0" err="1"/>
                        <a:t>rotulada</a:t>
                      </a:r>
                      <a:r>
                        <a:rPr lang="en-US" sz="1400" dirty="0"/>
                        <a:t> HH:00</a:t>
                      </a:r>
                    </a:p>
                  </a:txBody>
                  <a:tcPr marL="69422" marR="69422" marT="34711" marB="34711" anchor="ctr"/>
                </a:tc>
                <a:extLst>
                  <a:ext uri="{0D108BD9-81ED-4DB2-BD59-A6C34878D82A}">
                    <a16:rowId xmlns:a16="http://schemas.microsoft.com/office/drawing/2014/main" val="3138406389"/>
                  </a:ext>
                </a:extLst>
              </a:tr>
              <a:tr h="485951">
                <a:tc>
                  <a:txBody>
                    <a:bodyPr/>
                    <a:lstStyle/>
                    <a:p>
                      <a:pPr>
                        <a:buNone/>
                      </a:pPr>
                      <a:r>
                        <a:rPr lang="en-US" sz="1400"/>
                        <a:t>PVGIS — SARAH</a:t>
                      </a:r>
                    </a:p>
                  </a:txBody>
                  <a:tcPr marL="69422" marR="69422" marT="34711" marB="34711" anchor="ctr"/>
                </a:tc>
                <a:tc>
                  <a:txBody>
                    <a:bodyPr/>
                    <a:lstStyle/>
                    <a:p>
                      <a:pPr>
                        <a:buNone/>
                      </a:pPr>
                      <a:r>
                        <a:rPr lang="en-US" sz="1400" dirty="0" err="1"/>
                        <a:t>Irradiância</a:t>
                      </a:r>
                      <a:r>
                        <a:rPr lang="en-US" sz="1400" dirty="0"/>
                        <a:t> </a:t>
                      </a:r>
                      <a:r>
                        <a:rPr lang="en-US" sz="1400" dirty="0" err="1"/>
                        <a:t>obtida</a:t>
                      </a:r>
                      <a:r>
                        <a:rPr lang="en-US" sz="1400" dirty="0"/>
                        <a:t> no </a:t>
                      </a:r>
                      <a:r>
                        <a:rPr lang="en-US" sz="1400" dirty="0" err="1"/>
                        <a:t>instante</a:t>
                      </a:r>
                      <a:r>
                        <a:rPr lang="en-US" sz="1400" dirty="0"/>
                        <a:t> da </a:t>
                      </a:r>
                      <a:r>
                        <a:rPr lang="en-US" sz="1400" dirty="0" err="1"/>
                        <a:t>observação</a:t>
                      </a:r>
                      <a:r>
                        <a:rPr lang="en-US" sz="1400" dirty="0"/>
                        <a:t> </a:t>
                      </a:r>
                      <a:r>
                        <a:rPr lang="en-US" sz="1400" dirty="0" err="1"/>
                        <a:t>por</a:t>
                      </a:r>
                      <a:r>
                        <a:rPr lang="en-US" sz="1400" dirty="0"/>
                        <a:t> </a:t>
                      </a:r>
                      <a:r>
                        <a:rPr lang="en-US" sz="1400" dirty="0" err="1"/>
                        <a:t>satélite</a:t>
                      </a:r>
                      <a:r>
                        <a:rPr lang="en-US" sz="1400" dirty="0"/>
                        <a:t> (HH:MM)</a:t>
                      </a:r>
                    </a:p>
                  </a:txBody>
                  <a:tcPr marL="69422" marR="69422" marT="34711" marB="34711" anchor="ctr"/>
                </a:tc>
                <a:tc>
                  <a:txBody>
                    <a:bodyPr/>
                    <a:lstStyle/>
                    <a:p>
                      <a:pPr>
                        <a:buNone/>
                      </a:pPr>
                      <a:r>
                        <a:rPr lang="en-US" sz="1400" dirty="0"/>
                        <a:t>Minuto varia com a </a:t>
                      </a:r>
                      <a:r>
                        <a:rPr lang="en-US" sz="1400" dirty="0" err="1"/>
                        <a:t>localização</a:t>
                      </a:r>
                      <a:r>
                        <a:rPr lang="en-US" sz="1400" dirty="0"/>
                        <a:t>; </a:t>
                      </a:r>
                      <a:r>
                        <a:rPr lang="en-US" sz="1400" dirty="0" err="1"/>
                        <a:t>verificar</a:t>
                      </a:r>
                      <a:r>
                        <a:rPr lang="en-US" sz="1400" dirty="0"/>
                        <a:t> Irradiance Time Offset</a:t>
                      </a:r>
                    </a:p>
                  </a:txBody>
                  <a:tcPr marL="69422" marR="69422" marT="34711" marB="34711" anchor="ctr"/>
                </a:tc>
                <a:extLst>
                  <a:ext uri="{0D108BD9-81ED-4DB2-BD59-A6C34878D82A}">
                    <a16:rowId xmlns:a16="http://schemas.microsoft.com/office/drawing/2014/main" val="801786504"/>
                  </a:ext>
                </a:extLst>
              </a:tr>
              <a:tr h="485951">
                <a:tc>
                  <a:txBody>
                    <a:bodyPr/>
                    <a:lstStyle/>
                    <a:p>
                      <a:pPr>
                        <a:buNone/>
                      </a:pPr>
                      <a:r>
                        <a:rPr lang="en-US" sz="1400"/>
                        <a:t>TMY3 (legado)</a:t>
                      </a:r>
                    </a:p>
                  </a:txBody>
                  <a:tcPr marL="69422" marR="69422" marT="34711" marB="34711" anchor="ctr"/>
                </a:tc>
                <a:tc>
                  <a:txBody>
                    <a:bodyPr/>
                    <a:lstStyle/>
                    <a:p>
                      <a:pPr>
                        <a:buNone/>
                      </a:pPr>
                      <a:r>
                        <a:rPr lang="en-US" sz="1400" dirty="0" err="1"/>
                        <a:t>Convenção</a:t>
                      </a:r>
                      <a:r>
                        <a:rPr lang="en-US" sz="1400" dirty="0"/>
                        <a:t> de </a:t>
                      </a:r>
                      <a:r>
                        <a:rPr lang="en-US" sz="1400" dirty="0" err="1"/>
                        <a:t>fim</a:t>
                      </a:r>
                      <a:r>
                        <a:rPr lang="en-US" sz="1400" dirty="0"/>
                        <a:t> do </a:t>
                      </a:r>
                      <a:r>
                        <a:rPr lang="en-US" sz="1400" dirty="0" err="1"/>
                        <a:t>intervalo</a:t>
                      </a:r>
                      <a:r>
                        <a:rPr lang="en-US" sz="1400" dirty="0"/>
                        <a:t> </a:t>
                      </a:r>
                      <a:r>
                        <a:rPr lang="en-US" sz="1400" dirty="0" err="1"/>
                        <a:t>horário</a:t>
                      </a:r>
                      <a:endParaRPr lang="en-US" sz="1400" dirty="0"/>
                    </a:p>
                  </a:txBody>
                  <a:tcPr marL="69422" marR="69422" marT="34711" marB="34711" anchor="ctr"/>
                </a:tc>
                <a:tc>
                  <a:txBody>
                    <a:bodyPr/>
                    <a:lstStyle/>
                    <a:p>
                      <a:pPr>
                        <a:buNone/>
                      </a:pPr>
                      <a:r>
                        <a:rPr lang="en-US" sz="1400"/>
                        <a:t>Verificar conversão do timestamp ao importar</a:t>
                      </a:r>
                    </a:p>
                  </a:txBody>
                  <a:tcPr marL="69422" marR="69422" marT="34711" marB="34711" anchor="ctr"/>
                </a:tc>
                <a:extLst>
                  <a:ext uri="{0D108BD9-81ED-4DB2-BD59-A6C34878D82A}">
                    <a16:rowId xmlns:a16="http://schemas.microsoft.com/office/drawing/2014/main" val="1951073194"/>
                  </a:ext>
                </a:extLst>
              </a:tr>
              <a:tr h="485951">
                <a:tc>
                  <a:txBody>
                    <a:bodyPr/>
                    <a:lstStyle/>
                    <a:p>
                      <a:pPr>
                        <a:buNone/>
                      </a:pPr>
                      <a:r>
                        <a:rPr lang="en-US" sz="1400"/>
                        <a:t>EnergyPlus / EPW</a:t>
                      </a:r>
                    </a:p>
                  </a:txBody>
                  <a:tcPr marL="69422" marR="69422" marT="34711" marB="34711" anchor="ctr"/>
                </a:tc>
                <a:tc>
                  <a:txBody>
                    <a:bodyPr/>
                    <a:lstStyle/>
                    <a:p>
                      <a:pPr>
                        <a:buNone/>
                      </a:pPr>
                      <a:r>
                        <a:rPr lang="en-US" sz="1400" dirty="0"/>
                        <a:t>Hora final do </a:t>
                      </a:r>
                      <a:r>
                        <a:rPr lang="en-US" sz="1400" dirty="0" err="1"/>
                        <a:t>intervalo</a:t>
                      </a:r>
                      <a:r>
                        <a:rPr lang="en-US" sz="1400" dirty="0"/>
                        <a:t>: 01:00 </a:t>
                      </a:r>
                      <a:r>
                        <a:rPr lang="en-US" sz="1400" dirty="0" err="1"/>
                        <a:t>representa</a:t>
                      </a:r>
                      <a:r>
                        <a:rPr lang="en-US" sz="1400" dirty="0"/>
                        <a:t> a </a:t>
                      </a:r>
                      <a:r>
                        <a:rPr lang="en-US" sz="1400" dirty="0" err="1"/>
                        <a:t>primeira</a:t>
                      </a:r>
                      <a:r>
                        <a:rPr lang="en-US" sz="1400" dirty="0"/>
                        <a:t> hora do </a:t>
                      </a:r>
                      <a:r>
                        <a:rPr lang="en-US" sz="1400" dirty="0" err="1"/>
                        <a:t>dia</a:t>
                      </a:r>
                      <a:endParaRPr lang="en-US" sz="1400" dirty="0"/>
                    </a:p>
                  </a:txBody>
                  <a:tcPr marL="69422" marR="69422" marT="34711" marB="34711" anchor="ctr"/>
                </a:tc>
                <a:tc>
                  <a:txBody>
                    <a:bodyPr/>
                    <a:lstStyle/>
                    <a:p>
                      <a:pPr>
                        <a:buNone/>
                      </a:pPr>
                      <a:r>
                        <a:rPr lang="en-US" sz="1400" dirty="0" err="1"/>
                        <a:t>Arquivos</a:t>
                      </a:r>
                      <a:r>
                        <a:rPr lang="en-US" sz="1400" dirty="0"/>
                        <a:t> </a:t>
                      </a:r>
                      <a:r>
                        <a:rPr lang="en-US" sz="1400" dirty="0" err="1"/>
                        <a:t>usam</a:t>
                      </a:r>
                      <a:r>
                        <a:rPr lang="en-US" sz="1400" dirty="0"/>
                        <a:t> horas 1–24, </a:t>
                      </a:r>
                      <a:r>
                        <a:rPr lang="en-US" sz="1400" dirty="0" err="1"/>
                        <a:t>em</a:t>
                      </a:r>
                      <a:r>
                        <a:rPr lang="en-US" sz="1400" dirty="0"/>
                        <a:t> </a:t>
                      </a:r>
                      <a:r>
                        <a:rPr lang="en-US" sz="1400" dirty="0" err="1"/>
                        <a:t>horário</a:t>
                      </a:r>
                      <a:r>
                        <a:rPr lang="en-US" sz="1400" dirty="0"/>
                        <a:t> local</a:t>
                      </a:r>
                    </a:p>
                  </a:txBody>
                  <a:tcPr marL="69422" marR="69422" marT="34711" marB="34711" anchor="ctr"/>
                </a:tc>
                <a:extLst>
                  <a:ext uri="{0D108BD9-81ED-4DB2-BD59-A6C34878D82A}">
                    <a16:rowId xmlns:a16="http://schemas.microsoft.com/office/drawing/2014/main" val="3857375749"/>
                  </a:ext>
                </a:extLst>
              </a:tr>
            </a:tbl>
          </a:graphicData>
        </a:graphic>
      </p:graphicFrame>
    </p:spTree>
    <p:extLst>
      <p:ext uri="{BB962C8B-B14F-4D97-AF65-F5344CB8AC3E}">
        <p14:creationId xmlns:p14="http://schemas.microsoft.com/office/powerpoint/2010/main" val="13449721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hape 6"/>
          <p:cNvSpPr/>
          <p:nvPr/>
        </p:nvSpPr>
        <p:spPr>
          <a:xfrm>
            <a:off x="694944" y="1810512"/>
            <a:ext cx="5303520" cy="3136392"/>
          </a:xfrm>
          <a:prstGeom prst="roundRect">
            <a:avLst>
              <a:gd name="adj" fmla="val 4373"/>
            </a:avLst>
          </a:prstGeom>
          <a:solidFill>
            <a:srgbClr val="EAF4FE"/>
          </a:solidFill>
          <a:ln w="10160">
            <a:solidFill>
              <a:srgbClr val="D7E1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960120" y="2084832"/>
            <a:ext cx="466344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1473C8"/>
                </a:solidFill>
                <a:effectLst/>
                <a:uLnTx/>
                <a:uFillTx/>
                <a:latin typeface="Aptos" pitchFamily="34" charset="0"/>
                <a:ea typeface="Aptos" pitchFamily="34" charset="-122"/>
                <a:cs typeface="Aptos" pitchFamily="34" charset="-120"/>
              </a:rPr>
              <a:t>tz_localize()</a:t>
            </a:r>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969264" y="2706624"/>
            <a:ext cx="4636008"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6384D"/>
                </a:solidFill>
                <a:effectLst/>
                <a:uLnTx/>
                <a:uFillTx/>
                <a:latin typeface="Aptos" pitchFamily="34" charset="0"/>
                <a:ea typeface="Aptos" pitchFamily="34" charset="-122"/>
                <a:cs typeface="Aptos" pitchFamily="34" charset="-120"/>
              </a:rPr>
              <a:t>Atribui um fuso a horários sem informação de timezone.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969264" y="3657600"/>
            <a:ext cx="438912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6384D"/>
                </a:solidFill>
                <a:effectLst/>
                <a:uLnTx/>
                <a:uFillTx/>
                <a:latin typeface="Aptos" pitchFamily="34" charset="0"/>
                <a:ea typeface="Aptos" pitchFamily="34" charset="-122"/>
                <a:cs typeface="Aptos" pitchFamily="34" charset="-120"/>
              </a:rPr>
              <a:t>13:00 (sem fuso)</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969264" y="4078224"/>
            <a:ext cx="438912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473C8"/>
                </a:solidFill>
                <a:effectLst/>
                <a:uLnTx/>
                <a:uFillTx/>
                <a:latin typeface="Aptos" pitchFamily="34" charset="0"/>
                <a:ea typeface="Aptos" pitchFamily="34" charset="-122"/>
                <a:cs typeface="Aptos" pitchFamily="34" charset="-120"/>
              </a:rPr>
              <a:t>→ 13:00−05:00</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199632" y="1810512"/>
            <a:ext cx="5303520" cy="3136392"/>
          </a:xfrm>
          <a:prstGeom prst="roundRect">
            <a:avLst>
              <a:gd name="adj" fmla="val 4373"/>
            </a:avLst>
          </a:prstGeom>
          <a:solidFill>
            <a:srgbClr val="EAF9F4"/>
          </a:solidFill>
          <a:ln w="10160">
            <a:solidFill>
              <a:srgbClr val="D7E1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55664" y="2084832"/>
            <a:ext cx="466344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26A69A"/>
                </a:solidFill>
                <a:effectLst/>
                <a:uLnTx/>
                <a:uFillTx/>
                <a:latin typeface="Aptos" pitchFamily="34" charset="0"/>
                <a:ea typeface="Aptos" pitchFamily="34" charset="-122"/>
                <a:cs typeface="Aptos" pitchFamily="34" charset="-120"/>
              </a:rPr>
              <a:t>tz_convert()</a:t>
            </a:r>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455664" y="2706624"/>
            <a:ext cx="466344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6384D"/>
                </a:solidFill>
                <a:effectLst/>
                <a:uLnTx/>
                <a:uFillTx/>
                <a:latin typeface="Aptos" pitchFamily="34" charset="0"/>
                <a:ea typeface="Aptos" pitchFamily="34" charset="-122"/>
                <a:cs typeface="Aptos" pitchFamily="34" charset="-120"/>
              </a:rPr>
              <a:t>Converte entre fusos, preservando o mesmo instante real.</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455664" y="3657600"/>
            <a:ext cx="438912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6384D"/>
                </a:solidFill>
                <a:effectLst/>
                <a:uLnTx/>
                <a:uFillTx/>
                <a:latin typeface="Aptos" pitchFamily="34" charset="0"/>
                <a:ea typeface="Aptos" pitchFamily="34" charset="-122"/>
                <a:cs typeface="Aptos" pitchFamily="34" charset="-120"/>
              </a:rPr>
              <a:t>18:00 UTC</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455664" y="4078224"/>
            <a:ext cx="438912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6A69A"/>
                </a:solidFill>
                <a:effectLst/>
                <a:uLnTx/>
                <a:uFillTx/>
                <a:latin typeface="Aptos" pitchFamily="34" charset="0"/>
                <a:ea typeface="Aptos" pitchFamily="34" charset="-122"/>
                <a:cs typeface="Aptos" pitchFamily="34" charset="-120"/>
              </a:rPr>
              <a:t>→ 13:00−05:00</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777240" y="5358384"/>
            <a:ext cx="1078992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D45852"/>
                </a:solidFill>
                <a:effectLst/>
                <a:uLnTx/>
                <a:uFillTx/>
                <a:latin typeface="Aptos" pitchFamily="34" charset="0"/>
                <a:ea typeface="Aptos" pitchFamily="34" charset="-122"/>
                <a:cs typeface="Aptos" pitchFamily="34" charset="-120"/>
              </a:rPr>
              <a:t>Atenção: remover um fuso com tz_localize(None) descarta a informação de deslocamento; não converte para UTC.</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itle 18">
            <a:extLst>
              <a:ext uri="{FF2B5EF4-FFF2-40B4-BE49-F238E27FC236}">
                <a16:creationId xmlns:a16="http://schemas.microsoft.com/office/drawing/2014/main" id="{50B6EEA0-040A-8AF7-D672-28902E93BAAF}"/>
              </a:ext>
            </a:extLst>
          </p:cNvPr>
          <p:cNvSpPr>
            <a:spLocks noGrp="1"/>
          </p:cNvSpPr>
          <p:nvPr>
            <p:ph type="title"/>
          </p:nvPr>
        </p:nvSpPr>
        <p:spPr>
          <a:xfrm>
            <a:off x="0" y="246111"/>
            <a:ext cx="4899991" cy="531906"/>
          </a:xfrm>
        </p:spPr>
        <p:txBody>
          <a:bodyPr/>
          <a:lstStyle/>
          <a:p>
            <a:r>
              <a:rPr lang="en-US" dirty="0" err="1"/>
              <a:t>tz_localize</a:t>
            </a:r>
            <a:r>
              <a:rPr lang="en-US" dirty="0"/>
              <a:t> =! </a:t>
            </a:r>
            <a:r>
              <a:rPr lang="en-US" dirty="0" err="1"/>
              <a:t>tz_convert</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hape 6"/>
          <p:cNvSpPr/>
          <p:nvPr/>
        </p:nvSpPr>
        <p:spPr>
          <a:xfrm>
            <a:off x="786384" y="1874520"/>
            <a:ext cx="5157216" cy="2514600"/>
          </a:xfrm>
          <a:prstGeom prst="roundRect">
            <a:avLst>
              <a:gd name="adj" fmla="val 5455"/>
            </a:avLst>
          </a:prstGeom>
          <a:solidFill>
            <a:srgbClr val="F6F9FC"/>
          </a:solidFill>
          <a:ln w="10160">
            <a:solidFill>
              <a:srgbClr val="D7E1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1069848" y="2148840"/>
            <a:ext cx="44805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473C8"/>
                </a:solidFill>
                <a:effectLst/>
                <a:uLnTx/>
                <a:uFillTx/>
                <a:latin typeface="Aptos" pitchFamily="34" charset="0"/>
                <a:ea typeface="Aptos" pitchFamily="34" charset="-122"/>
                <a:cs typeface="Aptos" pitchFamily="34" charset="-120"/>
              </a:rPr>
              <a:t>Etc/GMT+5</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1069848" y="2898648"/>
            <a:ext cx="448056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26384D"/>
                </a:solidFill>
                <a:effectLst/>
                <a:uLnTx/>
                <a:uFillTx/>
                <a:latin typeface="Aptos" pitchFamily="34" charset="0"/>
                <a:ea typeface="Aptos" pitchFamily="34" charset="-122"/>
                <a:cs typeface="Aptos" pitchFamily="34" charset="-120"/>
              </a:rPr>
              <a:t>Offset fixo: UTC−5 durante todo o ano.</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6236208" y="1874520"/>
            <a:ext cx="5157216" cy="2514600"/>
          </a:xfrm>
          <a:prstGeom prst="roundRect">
            <a:avLst>
              <a:gd name="adj" fmla="val 5455"/>
            </a:avLst>
          </a:prstGeom>
          <a:solidFill>
            <a:srgbClr val="F6F9FC"/>
          </a:solidFill>
          <a:ln w="10160">
            <a:solidFill>
              <a:srgbClr val="D7E1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6537960" y="2148840"/>
            <a:ext cx="44805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6A69A"/>
                </a:solidFill>
                <a:effectLst/>
                <a:uLnTx/>
                <a:uFillTx/>
                <a:latin typeface="Aptos" pitchFamily="34" charset="0"/>
                <a:ea typeface="Aptos" pitchFamily="34" charset="-122"/>
                <a:cs typeface="Aptos" pitchFamily="34" charset="-120"/>
              </a:rPr>
              <a:t>America/New_York</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6537960" y="2898648"/>
            <a:ext cx="448056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26384D"/>
                </a:solidFill>
                <a:effectLst/>
                <a:uLnTx/>
                <a:uFillTx/>
                <a:latin typeface="Aptos" pitchFamily="34" charset="0"/>
                <a:ea typeface="Aptos" pitchFamily="34" charset="-122"/>
                <a:cs typeface="Aptos" pitchFamily="34" charset="-120"/>
              </a:rPr>
              <a:t>UTC−5 no inverno; UTC−4 durante o horário de verão.</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877824" y="4846320"/>
            <a:ext cx="91440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6384D"/>
                </a:solidFill>
                <a:effectLst/>
                <a:uLnTx/>
                <a:uFillTx/>
                <a:latin typeface="Aptos" pitchFamily="34" charset="0"/>
                <a:ea typeface="Aptos" pitchFamily="34" charset="-122"/>
                <a:cs typeface="Aptos" pitchFamily="34" charset="-120"/>
              </a:rPr>
              <a:t>Exemplo em junho (mesmo instante):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914400" y="5431536"/>
            <a:ext cx="10424160"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13243A"/>
                </a:solidFill>
                <a:effectLst/>
                <a:uLnTx/>
                <a:uFillTx/>
                <a:latin typeface="Aptos" pitchFamily="34" charset="0"/>
                <a:ea typeface="Aptos" pitchFamily="34" charset="-122"/>
                <a:cs typeface="Aptos" pitchFamily="34" charset="-120"/>
              </a:rPr>
              <a:t>17:30 UTC    =    12:30 UTC−5    =    13:30 America/New_York</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itle 15">
            <a:extLst>
              <a:ext uri="{FF2B5EF4-FFF2-40B4-BE49-F238E27FC236}">
                <a16:creationId xmlns:a16="http://schemas.microsoft.com/office/drawing/2014/main" id="{7F37F22B-BF62-169A-3B6A-55B2F9C4B68C}"/>
              </a:ext>
            </a:extLst>
          </p:cNvPr>
          <p:cNvSpPr>
            <a:spLocks noGrp="1"/>
          </p:cNvSpPr>
          <p:nvPr>
            <p:ph type="title"/>
          </p:nvPr>
        </p:nvSpPr>
        <p:spPr/>
        <p:txBody>
          <a:bodyPr/>
          <a:lstStyle/>
          <a:p>
            <a:r>
              <a:rPr lang="en-US" dirty="0" err="1"/>
              <a:t>Exemplo</a:t>
            </a:r>
            <a:r>
              <a:rPr lang="en-US" dirty="0"/>
              <a:t>: UTC-5 </a:t>
            </a:r>
            <a:r>
              <a:rPr lang="en-US" dirty="0" err="1"/>
              <a:t>fixo</a:t>
            </a:r>
            <a:r>
              <a:rPr lang="en-US" dirty="0"/>
              <a:t> </a:t>
            </a:r>
            <a:r>
              <a:rPr lang="en-US" dirty="0" err="1"/>
              <a:t>ou</a:t>
            </a:r>
            <a:r>
              <a:rPr lang="en-US" dirty="0"/>
              <a:t> America/</a:t>
            </a:r>
            <a:r>
              <a:rPr lang="en-US" dirty="0" err="1"/>
              <a:t>New_York</a:t>
            </a:r>
            <a:r>
              <a:rPr lang="en-US"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031C7-AC6D-A59F-6334-D3472466E2E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C27B46C-AB8F-F9B3-10C2-338FFAD667B6}"/>
              </a:ext>
            </a:extLst>
          </p:cNvPr>
          <p:cNvSpPr>
            <a:spLocks noGrp="1"/>
          </p:cNvSpPr>
          <p:nvPr>
            <p:ph type="title"/>
          </p:nvPr>
        </p:nvSpPr>
        <p:spPr>
          <a:xfrm>
            <a:off x="411478" y="2897094"/>
            <a:ext cx="5543552" cy="531906"/>
          </a:xfrm>
        </p:spPr>
        <p:txBody>
          <a:bodyPr>
            <a:noAutofit/>
          </a:bodyPr>
          <a:lstStyle/>
          <a:p>
            <a:r>
              <a:rPr lang="en-US" sz="4400" dirty="0" err="1"/>
              <a:t>Seleccao</a:t>
            </a:r>
            <a:r>
              <a:rPr lang="en-US" sz="4400" dirty="0"/>
              <a:t> do Modelo</a:t>
            </a:r>
          </a:p>
        </p:txBody>
      </p:sp>
    </p:spTree>
    <p:extLst>
      <p:ext uri="{BB962C8B-B14F-4D97-AF65-F5344CB8AC3E}">
        <p14:creationId xmlns:p14="http://schemas.microsoft.com/office/powerpoint/2010/main" val="27816826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62BAD-AA5F-90C4-55A5-D7C1098B3250}"/>
              </a:ext>
            </a:extLst>
          </p:cNvPr>
          <p:cNvSpPr>
            <a:spLocks noGrp="1"/>
          </p:cNvSpPr>
          <p:nvPr>
            <p:ph type="title"/>
          </p:nvPr>
        </p:nvSpPr>
        <p:spPr>
          <a:xfrm>
            <a:off x="0" y="415084"/>
            <a:ext cx="3061252" cy="531906"/>
          </a:xfrm>
        </p:spPr>
        <p:txBody>
          <a:bodyPr>
            <a:noAutofit/>
          </a:bodyPr>
          <a:lstStyle/>
          <a:p>
            <a:r>
              <a:rPr lang="en-US" sz="3200" dirty="0" err="1"/>
              <a:t>PVWatts</a:t>
            </a:r>
            <a:endParaRPr lang="en-US" sz="3200" dirty="0"/>
          </a:p>
        </p:txBody>
      </p:sp>
      <p:sp>
        <p:nvSpPr>
          <p:cNvPr id="3" name="Content Placeholder 2">
            <a:extLst>
              <a:ext uri="{FF2B5EF4-FFF2-40B4-BE49-F238E27FC236}">
                <a16:creationId xmlns:a16="http://schemas.microsoft.com/office/drawing/2014/main" id="{D01468AD-A0F9-D8E8-AA99-B5A50B23AD1B}"/>
              </a:ext>
            </a:extLst>
          </p:cNvPr>
          <p:cNvSpPr>
            <a:spLocks noGrp="1"/>
          </p:cNvSpPr>
          <p:nvPr>
            <p:ph idx="4294967295"/>
          </p:nvPr>
        </p:nvSpPr>
        <p:spPr>
          <a:xfrm>
            <a:off x="838200" y="2690944"/>
            <a:ext cx="10515600" cy="2747963"/>
          </a:xfrm>
        </p:spPr>
        <p:txBody>
          <a:bodyPr/>
          <a:lstStyle/>
          <a:p>
            <a:pPr lvl="0"/>
            <a:r>
              <a:rPr lang="en-US" dirty="0"/>
              <a:t>P</a:t>
            </a:r>
            <a:r>
              <a:rPr lang="en-US" baseline="-25000" dirty="0"/>
              <a:t>DC,0</a:t>
            </a:r>
            <a:r>
              <a:rPr lang="en-US" dirty="0"/>
              <a:t>: installed DC capacity (38.6 MW in our case).</a:t>
            </a:r>
          </a:p>
          <a:p>
            <a:pPr lvl="0"/>
            <a:r>
              <a:rPr lang="en-US" dirty="0"/>
              <a:t>G</a:t>
            </a:r>
            <a:r>
              <a:rPr lang="en-US" baseline="-25000" dirty="0"/>
              <a:t>POA</a:t>
            </a:r>
            <a:r>
              <a:rPr lang="en-US" dirty="0"/>
              <a:t>: plane-of-array irradiance in W/m².</a:t>
            </a:r>
          </a:p>
          <a:p>
            <a:pPr lvl="0"/>
            <a:r>
              <a:rPr lang="en-US" dirty="0"/>
              <a:t>Gamma: module power temperature coefficient.</a:t>
            </a:r>
          </a:p>
          <a:p>
            <a:pPr lvl="0"/>
            <a:r>
              <a:rPr lang="en-US" dirty="0" err="1"/>
              <a:t>T</a:t>
            </a:r>
            <a:r>
              <a:rPr lang="en-US" baseline="-25000" dirty="0" err="1"/>
              <a:t>cell</a:t>
            </a:r>
            <a:r>
              <a:rPr lang="en-US" dirty="0"/>
              <a:t>: modeled cell temperature in °C.</a:t>
            </a:r>
          </a:p>
          <a:p>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C976C4A-F278-2AD7-E41D-474FA0DC42D6}"/>
                  </a:ext>
                </a:extLst>
              </p:cNvPr>
              <p:cNvSpPr txBox="1"/>
              <p:nvPr/>
            </p:nvSpPr>
            <p:spPr>
              <a:xfrm>
                <a:off x="2959510" y="1512601"/>
                <a:ext cx="6096000" cy="612732"/>
              </a:xfrm>
              <a:prstGeom prst="rect">
                <a:avLst/>
              </a:prstGeom>
              <a:noFill/>
            </p:spPr>
            <p:txBody>
              <a:bodyPr wrap="square">
                <a:spAutoFit/>
              </a:bodyPr>
              <a:lstStyle/>
              <a:p>
                <a:pPr/>
                <a14:m>
                  <m:oMathPara xmlns:m="http://schemas.openxmlformats.org/officeDocument/2006/math">
                    <m:oMath>
                      <m:sSub>
                        <m:sSubPr>
                          <m:ctrlPr>
                            <a:rPr lang="en-US" i="1">
                              <a:latin typeface="+mn-lt"/>
                            </a:rPr>
                          </m:ctrlPr>
                        </m:sSubPr>
                        <m:e>
                          <m:r>
                            <a:rPr lang="en-US" i="1">
                              <a:latin typeface="+mn-lt"/>
                            </a:rPr>
                            <m:t>𝑃</m:t>
                          </m:r>
                        </m:e>
                        <m:sub>
                          <m:r>
                            <a:rPr lang="en-US" i="1">
                              <a:latin typeface="+mn-lt"/>
                            </a:rPr>
                            <m:t>𝐷𝐶</m:t>
                          </m:r>
                        </m:sub>
                      </m:sSub>
                      <m:r>
                        <a:rPr lang="en-US" i="0">
                          <a:latin typeface="+mn-lt"/>
                        </a:rPr>
                        <m:t>=</m:t>
                      </m:r>
                      <m:sSub>
                        <m:sSubPr>
                          <m:ctrlPr>
                            <a:rPr lang="en-US" i="1">
                              <a:latin typeface="+mn-lt"/>
                            </a:rPr>
                          </m:ctrlPr>
                        </m:sSubPr>
                        <m:e>
                          <m:r>
                            <a:rPr lang="en-US" i="1">
                              <a:latin typeface="+mn-lt"/>
                            </a:rPr>
                            <m:t>𝑃</m:t>
                          </m:r>
                        </m:e>
                        <m:sub>
                          <m:r>
                            <a:rPr lang="en-US" i="1">
                              <a:latin typeface="+mn-lt"/>
                            </a:rPr>
                            <m:t>𝐷𝐶</m:t>
                          </m:r>
                          <m:r>
                            <a:rPr lang="en-US" i="0">
                              <a:latin typeface="+mn-lt"/>
                            </a:rPr>
                            <m:t>,0</m:t>
                          </m:r>
                        </m:sub>
                      </m:sSub>
                      <m:f>
                        <m:fPr>
                          <m:ctrlPr>
                            <a:rPr lang="en-US" i="1">
                              <a:latin typeface="Cambria Math" panose="02040503050406030204" pitchFamily="18" charset="0"/>
                            </a:rPr>
                          </m:ctrlPr>
                        </m:fPr>
                        <m:num>
                          <m:sSub>
                            <m:sSubPr>
                              <m:ctrlPr>
                                <a:rPr lang="en-US" i="1">
                                  <a:latin typeface="+mn-lt"/>
                                </a:rPr>
                              </m:ctrlPr>
                            </m:sSubPr>
                            <m:e>
                              <m:r>
                                <a:rPr lang="en-US" i="1">
                                  <a:latin typeface="+mn-lt"/>
                                </a:rPr>
                                <m:t>𝐺</m:t>
                              </m:r>
                            </m:e>
                            <m:sub>
                              <m:r>
                                <a:rPr lang="en-US" i="1">
                                  <a:latin typeface="+mn-lt"/>
                                </a:rPr>
                                <m:t>𝑃𝑂𝐴</m:t>
                              </m:r>
                            </m:sub>
                          </m:sSub>
                        </m:num>
                        <m:den>
                          <m:r>
                            <a:rPr lang="en-US" i="0">
                              <a:latin typeface="+mn-lt"/>
                            </a:rPr>
                            <m:t>1000</m:t>
                          </m:r>
                        </m:den>
                      </m:f>
                      <m:d>
                        <m:dPr>
                          <m:begChr m:val="["/>
                          <m:endChr m:val="]"/>
                          <m:ctrlPr>
                            <a:rPr lang="en-US" i="0">
                              <a:latin typeface="+mn-lt"/>
                            </a:rPr>
                          </m:ctrlPr>
                        </m:dPr>
                        <m:e>
                          <m:r>
                            <a:rPr lang="en-US" i="0">
                              <a:latin typeface="+mn-lt"/>
                            </a:rPr>
                            <m:t>1+</m:t>
                          </m:r>
                          <m:r>
                            <a:rPr lang="en-US" i="1">
                              <a:latin typeface="+mn-lt"/>
                            </a:rPr>
                            <m:t>𝛾</m:t>
                          </m:r>
                          <m:d>
                            <m:dPr>
                              <m:ctrlPr>
                                <a:rPr lang="en-US" i="1">
                                  <a:latin typeface="Cambria Math" panose="02040503050406030204" pitchFamily="18" charset="0"/>
                                </a:rPr>
                              </m:ctrlPr>
                            </m:dPr>
                            <m:e>
                              <m:sSub>
                                <m:sSubPr>
                                  <m:ctrlPr>
                                    <a:rPr lang="en-US" i="1">
                                      <a:latin typeface="+mn-lt"/>
                                    </a:rPr>
                                  </m:ctrlPr>
                                </m:sSubPr>
                                <m:e>
                                  <m:r>
                                    <a:rPr lang="en-US" i="1">
                                      <a:latin typeface="+mn-lt"/>
                                    </a:rPr>
                                    <m:t>𝑇</m:t>
                                  </m:r>
                                </m:e>
                                <m:sub>
                                  <m:r>
                                    <a:rPr lang="en-US" i="1">
                                      <a:latin typeface="+mn-lt"/>
                                    </a:rPr>
                                    <m:t>𝑐𝑒𝑙𝑙</m:t>
                                  </m:r>
                                </m:sub>
                              </m:sSub>
                              <m:r>
                                <a:rPr lang="en-US" i="0">
                                  <a:latin typeface="+mn-lt"/>
                                </a:rPr>
                                <m:t>−25</m:t>
                              </m:r>
                            </m:e>
                          </m:d>
                        </m:e>
                      </m:d>
                    </m:oMath>
                  </m:oMathPara>
                </a14:m>
                <a:endParaRPr lang="en-US" dirty="0"/>
              </a:p>
            </p:txBody>
          </p:sp>
        </mc:Choice>
        <mc:Fallback xmlns="">
          <p:sp>
            <p:nvSpPr>
              <p:cNvPr id="5" name="TextBox 4">
                <a:extLst>
                  <a:ext uri="{FF2B5EF4-FFF2-40B4-BE49-F238E27FC236}">
                    <a16:creationId xmlns:a16="http://schemas.microsoft.com/office/drawing/2014/main" id="{BC976C4A-F278-2AD7-E41D-474FA0DC42D6}"/>
                  </a:ext>
                </a:extLst>
              </p:cNvPr>
              <p:cNvSpPr txBox="1">
                <a:spLocks noRot="1" noChangeAspect="1" noMove="1" noResize="1" noEditPoints="1" noAdjustHandles="1" noChangeArrowheads="1" noChangeShapeType="1" noTextEdit="1"/>
              </p:cNvSpPr>
              <p:nvPr/>
            </p:nvSpPr>
            <p:spPr>
              <a:xfrm>
                <a:off x="2959510" y="1512601"/>
                <a:ext cx="6096000" cy="612732"/>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142638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7D70A-6507-8F8F-2668-D15DE98944B4}"/>
              </a:ext>
            </a:extLst>
          </p:cNvPr>
          <p:cNvSpPr>
            <a:spLocks noGrp="1"/>
          </p:cNvSpPr>
          <p:nvPr>
            <p:ph type="title"/>
          </p:nvPr>
        </p:nvSpPr>
        <p:spPr/>
        <p:txBody>
          <a:bodyPr/>
          <a:lstStyle/>
          <a:p>
            <a:r>
              <a:rPr lang="en-US" dirty="0"/>
              <a:t>Single-Diode Model vs </a:t>
            </a:r>
            <a:r>
              <a:rPr lang="en-US" dirty="0" err="1"/>
              <a:t>PVWatts</a:t>
            </a:r>
            <a:endParaRPr lang="en-US" dirty="0"/>
          </a:p>
        </p:txBody>
      </p:sp>
      <p:sp>
        <p:nvSpPr>
          <p:cNvPr id="8" name="Content Placeholder 7">
            <a:extLst>
              <a:ext uri="{FF2B5EF4-FFF2-40B4-BE49-F238E27FC236}">
                <a16:creationId xmlns:a16="http://schemas.microsoft.com/office/drawing/2014/main" id="{B74ABADE-16E2-45A4-F1CA-43F979902BA5}"/>
              </a:ext>
            </a:extLst>
          </p:cNvPr>
          <p:cNvSpPr>
            <a:spLocks noGrp="1"/>
          </p:cNvSpPr>
          <p:nvPr>
            <p:ph sz="half" idx="4294967295"/>
          </p:nvPr>
        </p:nvSpPr>
        <p:spPr>
          <a:xfrm>
            <a:off x="0" y="4138613"/>
            <a:ext cx="5181600" cy="2038350"/>
          </a:xfrm>
        </p:spPr>
        <p:txBody>
          <a:bodyPr>
            <a:normAutofit fontScale="92500" lnSpcReduction="10000"/>
          </a:bodyPr>
          <a:lstStyle/>
          <a:p>
            <a:pPr marL="114300" indent="0">
              <a:buNone/>
            </a:pPr>
            <a:r>
              <a:rPr lang="en-US" sz="1800" b="1" dirty="0"/>
              <a:t>Inputs</a:t>
            </a:r>
          </a:p>
          <a:p>
            <a:r>
              <a:rPr lang="en-US" sz="1800" dirty="0"/>
              <a:t>Isc, Voc, Imp, Vmp, temperature coefficients, diode parameters, modules per string, string configuration</a:t>
            </a:r>
          </a:p>
          <a:p>
            <a:pPr marL="114300" indent="0">
              <a:buNone/>
            </a:pPr>
            <a:endParaRPr lang="en-US" sz="1800" dirty="0"/>
          </a:p>
          <a:p>
            <a:pPr marL="114300" indent="0">
              <a:buNone/>
            </a:pPr>
            <a:r>
              <a:rPr lang="en-US" sz="1800" b="1" dirty="0"/>
              <a:t>Predicts</a:t>
            </a:r>
          </a:p>
          <a:p>
            <a:r>
              <a:rPr lang="en-US" sz="1800" dirty="0"/>
              <a:t>I–V curve, maximum-power point, DC voltage and current, array power</a:t>
            </a:r>
          </a:p>
          <a:p>
            <a:endParaRPr lang="en-US" sz="1800" dirty="0"/>
          </a:p>
        </p:txBody>
      </p:sp>
      <p:sp>
        <p:nvSpPr>
          <p:cNvPr id="9" name="Content Placeholder 8">
            <a:extLst>
              <a:ext uri="{FF2B5EF4-FFF2-40B4-BE49-F238E27FC236}">
                <a16:creationId xmlns:a16="http://schemas.microsoft.com/office/drawing/2014/main" id="{53D6228F-9C7C-D23E-AAD6-8BFCA9300B64}"/>
              </a:ext>
            </a:extLst>
          </p:cNvPr>
          <p:cNvSpPr>
            <a:spLocks noGrp="1"/>
          </p:cNvSpPr>
          <p:nvPr>
            <p:ph sz="half" idx="4294967295"/>
          </p:nvPr>
        </p:nvSpPr>
        <p:spPr>
          <a:xfrm>
            <a:off x="7010400" y="4248150"/>
            <a:ext cx="5181600" cy="1928813"/>
          </a:xfrm>
        </p:spPr>
        <p:txBody>
          <a:bodyPr>
            <a:normAutofit/>
          </a:bodyPr>
          <a:lstStyle/>
          <a:p>
            <a:pPr marL="114300" indent="0">
              <a:buNone/>
            </a:pPr>
            <a:r>
              <a:rPr lang="en-US" sz="1800" b="1" dirty="0"/>
              <a:t>Inputs</a:t>
            </a:r>
          </a:p>
          <a:p>
            <a:r>
              <a:rPr lang="en-US" sz="1800" dirty="0"/>
              <a:t>Total DC capacity, POA irradiance, cell temperature, power temperature coefficient</a:t>
            </a:r>
          </a:p>
          <a:p>
            <a:pPr marL="114300" indent="0">
              <a:buNone/>
            </a:pPr>
            <a:r>
              <a:rPr lang="en-US" sz="1800" b="1" dirty="0"/>
              <a:t>Predicts</a:t>
            </a:r>
          </a:p>
          <a:p>
            <a:r>
              <a:rPr lang="en-US" sz="1800" dirty="0"/>
              <a:t>Aggregate DC maximum-power output, without resolving individual modules or I–V curves</a:t>
            </a:r>
          </a:p>
          <a:p>
            <a:endParaRPr lang="en-US" sz="1800" dirty="0"/>
          </a:p>
        </p:txBody>
      </p:sp>
      <p:pic>
        <p:nvPicPr>
          <p:cNvPr id="6" name="Picture 5" descr="Robust MPPT Control of Stand-Alone Photovoltaic Systems via Adaptive Self-Adjusting Fractional Order PID Controller | MDPI">
            <a:extLst>
              <a:ext uri="{FF2B5EF4-FFF2-40B4-BE49-F238E27FC236}">
                <a16:creationId xmlns:a16="http://schemas.microsoft.com/office/drawing/2014/main" id="{0CFF440F-4C85-3E1B-EC7F-FBCA6A6465C6}"/>
              </a:ext>
            </a:extLst>
          </p:cNvPr>
          <p:cNvPicPr>
            <a:picLocks noChangeAspect="1"/>
          </p:cNvPicPr>
          <p:nvPr/>
        </p:nvPicPr>
        <p:blipFill>
          <a:blip r:embed="rId2"/>
          <a:stretch>
            <a:fillRect/>
          </a:stretch>
        </p:blipFill>
        <p:spPr>
          <a:xfrm>
            <a:off x="635748" y="1427536"/>
            <a:ext cx="4939143" cy="2582166"/>
          </a:xfrm>
          <a:prstGeom prst="rect">
            <a:avLst/>
          </a:prstGeom>
        </p:spPr>
      </p:pic>
      <p:pic>
        <p:nvPicPr>
          <p:cNvPr id="11" name="Picture 10">
            <a:extLst>
              <a:ext uri="{FF2B5EF4-FFF2-40B4-BE49-F238E27FC236}">
                <a16:creationId xmlns:a16="http://schemas.microsoft.com/office/drawing/2014/main" id="{A31A874F-3EF1-BCF2-F3B1-AE5D5E47CDA4}"/>
              </a:ext>
            </a:extLst>
          </p:cNvPr>
          <p:cNvPicPr>
            <a:picLocks noChangeAspect="1"/>
          </p:cNvPicPr>
          <p:nvPr/>
        </p:nvPicPr>
        <p:blipFill>
          <a:blip r:embed="rId3"/>
          <a:stretch>
            <a:fillRect/>
          </a:stretch>
        </p:blipFill>
        <p:spPr>
          <a:xfrm>
            <a:off x="7221482" y="1889480"/>
            <a:ext cx="4012128" cy="1711197"/>
          </a:xfrm>
          <a:prstGeom prst="rect">
            <a:avLst/>
          </a:prstGeom>
        </p:spPr>
      </p:pic>
    </p:spTree>
    <p:extLst>
      <p:ext uri="{BB962C8B-B14F-4D97-AF65-F5344CB8AC3E}">
        <p14:creationId xmlns:p14="http://schemas.microsoft.com/office/powerpoint/2010/main" val="20805839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586F671-177E-BA6A-B0E5-292D34954036}"/>
              </a:ext>
            </a:extLst>
          </p:cNvPr>
          <p:cNvSpPr>
            <a:spLocks noGrp="1"/>
          </p:cNvSpPr>
          <p:nvPr>
            <p:ph type="title"/>
          </p:nvPr>
        </p:nvSpPr>
        <p:spPr/>
        <p:txBody>
          <a:bodyPr/>
          <a:lstStyle/>
          <a:p>
            <a:r>
              <a:rPr lang="en-US" dirty="0"/>
              <a:t>Podemos usar </a:t>
            </a:r>
            <a:r>
              <a:rPr lang="en-US" dirty="0" err="1"/>
              <a:t>PVWatts</a:t>
            </a:r>
            <a:r>
              <a:rPr lang="en-US" dirty="0"/>
              <a:t>?</a:t>
            </a:r>
          </a:p>
        </p:txBody>
      </p:sp>
      <p:graphicFrame>
        <p:nvGraphicFramePr>
          <p:cNvPr id="5" name="Content Placeholder 4">
            <a:extLst>
              <a:ext uri="{FF2B5EF4-FFF2-40B4-BE49-F238E27FC236}">
                <a16:creationId xmlns:a16="http://schemas.microsoft.com/office/drawing/2014/main" id="{1E2E44E1-95B1-BDEF-28DA-39D11C0891A6}"/>
              </a:ext>
            </a:extLst>
          </p:cNvPr>
          <p:cNvGraphicFramePr>
            <a:graphicFrameLocks noGrp="1"/>
          </p:cNvGraphicFramePr>
          <p:nvPr>
            <p:ph sz="half" idx="4294967295"/>
            <p:extLst>
              <p:ext uri="{D42A27DB-BD31-4B8C-83A1-F6EECF244321}">
                <p14:modId xmlns:p14="http://schemas.microsoft.com/office/powerpoint/2010/main" val="637360549"/>
              </p:ext>
            </p:extLst>
          </p:nvPr>
        </p:nvGraphicFramePr>
        <p:xfrm>
          <a:off x="655983" y="1640231"/>
          <a:ext cx="11211339" cy="2784286"/>
        </p:xfrm>
        <a:graphic>
          <a:graphicData uri="http://schemas.openxmlformats.org/drawingml/2006/table">
            <a:tbl>
              <a:tblPr>
                <a:tableStyleId>{5C22544A-7EE6-4342-B048-85BDC9FD1C3A}</a:tableStyleId>
              </a:tblPr>
              <a:tblGrid>
                <a:gridCol w="3737113">
                  <a:extLst>
                    <a:ext uri="{9D8B030D-6E8A-4147-A177-3AD203B41FA5}">
                      <a16:colId xmlns:a16="http://schemas.microsoft.com/office/drawing/2014/main" val="3623518900"/>
                    </a:ext>
                  </a:extLst>
                </a:gridCol>
                <a:gridCol w="3737113">
                  <a:extLst>
                    <a:ext uri="{9D8B030D-6E8A-4147-A177-3AD203B41FA5}">
                      <a16:colId xmlns:a16="http://schemas.microsoft.com/office/drawing/2014/main" val="3545947899"/>
                    </a:ext>
                  </a:extLst>
                </a:gridCol>
                <a:gridCol w="3737113">
                  <a:extLst>
                    <a:ext uri="{9D8B030D-6E8A-4147-A177-3AD203B41FA5}">
                      <a16:colId xmlns:a16="http://schemas.microsoft.com/office/drawing/2014/main" val="2522494147"/>
                    </a:ext>
                  </a:extLst>
                </a:gridCol>
              </a:tblGrid>
              <a:tr h="309541">
                <a:tc>
                  <a:txBody>
                    <a:bodyPr/>
                    <a:lstStyle/>
                    <a:p>
                      <a:pPr>
                        <a:buNone/>
                      </a:pPr>
                      <a:r>
                        <a:rPr lang="en-US" sz="1800"/>
                        <a:t>Modeling question</a:t>
                      </a:r>
                    </a:p>
                  </a:txBody>
                  <a:tcPr marL="45057" marR="45057" marT="22529" marB="22529" anchor="ctr"/>
                </a:tc>
                <a:tc>
                  <a:txBody>
                    <a:bodyPr/>
                    <a:lstStyle/>
                    <a:p>
                      <a:pPr>
                        <a:buNone/>
                      </a:pPr>
                      <a:r>
                        <a:rPr lang="en-US" sz="1800"/>
                        <a:t>PVWatts</a:t>
                      </a:r>
                    </a:p>
                  </a:txBody>
                  <a:tcPr marL="45057" marR="45057" marT="22529" marB="22529" anchor="ctr"/>
                </a:tc>
                <a:tc>
                  <a:txBody>
                    <a:bodyPr/>
                    <a:lstStyle/>
                    <a:p>
                      <a:pPr>
                        <a:buNone/>
                      </a:pPr>
                      <a:r>
                        <a:rPr lang="en-US" sz="1800"/>
                        <a:t>Detailed module model</a:t>
                      </a:r>
                    </a:p>
                  </a:txBody>
                  <a:tcPr marL="45057" marR="45057" marT="22529" marB="22529" anchor="ctr"/>
                </a:tc>
                <a:extLst>
                  <a:ext uri="{0D108BD9-81ED-4DB2-BD59-A6C34878D82A}">
                    <a16:rowId xmlns:a16="http://schemas.microsoft.com/office/drawing/2014/main" val="3906269709"/>
                  </a:ext>
                </a:extLst>
              </a:tr>
              <a:tr h="309541">
                <a:tc>
                  <a:txBody>
                    <a:bodyPr/>
                    <a:lstStyle/>
                    <a:p>
                      <a:pPr>
                        <a:buNone/>
                      </a:pPr>
                      <a:r>
                        <a:rPr lang="en-US" sz="1800"/>
                        <a:t>Annual energy yield</a:t>
                      </a:r>
                    </a:p>
                  </a:txBody>
                  <a:tcPr marL="45057" marR="45057" marT="22529" marB="22529" anchor="ctr"/>
                </a:tc>
                <a:tc>
                  <a:txBody>
                    <a:bodyPr/>
                    <a:lstStyle/>
                    <a:p>
                      <a:pPr>
                        <a:buNone/>
                      </a:pPr>
                      <a:r>
                        <a:rPr lang="en-US" sz="1800" dirty="0"/>
                        <a:t>Suitable</a:t>
                      </a:r>
                    </a:p>
                  </a:txBody>
                  <a:tcPr marL="45057" marR="45057" marT="22529" marB="22529" anchor="ctr"/>
                </a:tc>
                <a:tc>
                  <a:txBody>
                    <a:bodyPr/>
                    <a:lstStyle/>
                    <a:p>
                      <a:pPr>
                        <a:buNone/>
                      </a:pPr>
                      <a:r>
                        <a:rPr lang="en-US" sz="1800"/>
                        <a:t>Suitable</a:t>
                      </a:r>
                    </a:p>
                  </a:txBody>
                  <a:tcPr marL="45057" marR="45057" marT="22529" marB="22529" anchor="ctr"/>
                </a:tc>
                <a:extLst>
                  <a:ext uri="{0D108BD9-81ED-4DB2-BD59-A6C34878D82A}">
                    <a16:rowId xmlns:a16="http://schemas.microsoft.com/office/drawing/2014/main" val="222208509"/>
                  </a:ext>
                </a:extLst>
              </a:tr>
              <a:tr h="309541">
                <a:tc>
                  <a:txBody>
                    <a:bodyPr/>
                    <a:lstStyle/>
                    <a:p>
                      <a:pPr>
                        <a:buNone/>
                      </a:pPr>
                      <a:r>
                        <a:rPr lang="en-US" sz="1800"/>
                        <a:t>Hourly aggregate power</a:t>
                      </a:r>
                    </a:p>
                  </a:txBody>
                  <a:tcPr marL="45057" marR="45057" marT="22529" marB="22529" anchor="ctr"/>
                </a:tc>
                <a:tc>
                  <a:txBody>
                    <a:bodyPr/>
                    <a:lstStyle/>
                    <a:p>
                      <a:pPr>
                        <a:buNone/>
                      </a:pPr>
                      <a:r>
                        <a:rPr lang="en-US" sz="1800"/>
                        <a:t>Suitable</a:t>
                      </a:r>
                    </a:p>
                  </a:txBody>
                  <a:tcPr marL="45057" marR="45057" marT="22529" marB="22529" anchor="ctr"/>
                </a:tc>
                <a:tc>
                  <a:txBody>
                    <a:bodyPr/>
                    <a:lstStyle/>
                    <a:p>
                      <a:pPr>
                        <a:buNone/>
                      </a:pPr>
                      <a:r>
                        <a:rPr lang="en-US" sz="1800"/>
                        <a:t>Suitable</a:t>
                      </a:r>
                    </a:p>
                  </a:txBody>
                  <a:tcPr marL="45057" marR="45057" marT="22529" marB="22529" anchor="ctr"/>
                </a:tc>
                <a:extLst>
                  <a:ext uri="{0D108BD9-81ED-4DB2-BD59-A6C34878D82A}">
                    <a16:rowId xmlns:a16="http://schemas.microsoft.com/office/drawing/2014/main" val="940964850"/>
                  </a:ext>
                </a:extLst>
              </a:tr>
              <a:tr h="309541">
                <a:tc>
                  <a:txBody>
                    <a:bodyPr/>
                    <a:lstStyle/>
                    <a:p>
                      <a:pPr>
                        <a:buNone/>
                      </a:pPr>
                      <a:r>
                        <a:rPr lang="en-US" sz="1800"/>
                        <a:t>Voltage/current operating points</a:t>
                      </a:r>
                    </a:p>
                  </a:txBody>
                  <a:tcPr marL="45057" marR="45057" marT="22529" marB="22529" anchor="ctr"/>
                </a:tc>
                <a:tc>
                  <a:txBody>
                    <a:bodyPr/>
                    <a:lstStyle/>
                    <a:p>
                      <a:pPr>
                        <a:buNone/>
                      </a:pPr>
                      <a:r>
                        <a:rPr lang="en-US" sz="1800"/>
                        <a:t>Not available</a:t>
                      </a:r>
                    </a:p>
                  </a:txBody>
                  <a:tcPr marL="45057" marR="45057" marT="22529" marB="22529" anchor="ctr"/>
                </a:tc>
                <a:tc>
                  <a:txBody>
                    <a:bodyPr/>
                    <a:lstStyle/>
                    <a:p>
                      <a:pPr>
                        <a:buNone/>
                      </a:pPr>
                      <a:r>
                        <a:rPr lang="en-US" sz="1800"/>
                        <a:t>Available</a:t>
                      </a:r>
                    </a:p>
                  </a:txBody>
                  <a:tcPr marL="45057" marR="45057" marT="22529" marB="22529" anchor="ctr"/>
                </a:tc>
                <a:extLst>
                  <a:ext uri="{0D108BD9-81ED-4DB2-BD59-A6C34878D82A}">
                    <a16:rowId xmlns:a16="http://schemas.microsoft.com/office/drawing/2014/main" val="253687513"/>
                  </a:ext>
                </a:extLst>
              </a:tr>
              <a:tr h="309541">
                <a:tc>
                  <a:txBody>
                    <a:bodyPr/>
                    <a:lstStyle/>
                    <a:p>
                      <a:pPr>
                        <a:buNone/>
                      </a:pPr>
                      <a:r>
                        <a:rPr lang="en-US" sz="1800"/>
                        <a:t>Different module technologies</a:t>
                      </a:r>
                    </a:p>
                  </a:txBody>
                  <a:tcPr marL="45057" marR="45057" marT="22529" marB="22529" anchor="ctr"/>
                </a:tc>
                <a:tc>
                  <a:txBody>
                    <a:bodyPr/>
                    <a:lstStyle/>
                    <a:p>
                      <a:pPr>
                        <a:buNone/>
                      </a:pPr>
                      <a:r>
                        <a:rPr lang="en-US" sz="1800"/>
                        <a:t>Approximate via parameters</a:t>
                      </a:r>
                    </a:p>
                  </a:txBody>
                  <a:tcPr marL="45057" marR="45057" marT="22529" marB="22529" anchor="ctr"/>
                </a:tc>
                <a:tc>
                  <a:txBody>
                    <a:bodyPr/>
                    <a:lstStyle/>
                    <a:p>
                      <a:pPr>
                        <a:buNone/>
                      </a:pPr>
                      <a:r>
                        <a:rPr lang="en-US" sz="1800"/>
                        <a:t>Model-specific</a:t>
                      </a:r>
                    </a:p>
                  </a:txBody>
                  <a:tcPr marL="45057" marR="45057" marT="22529" marB="22529" anchor="ctr"/>
                </a:tc>
                <a:extLst>
                  <a:ext uri="{0D108BD9-81ED-4DB2-BD59-A6C34878D82A}">
                    <a16:rowId xmlns:a16="http://schemas.microsoft.com/office/drawing/2014/main" val="721552574"/>
                  </a:ext>
                </a:extLst>
              </a:tr>
              <a:tr h="542540">
                <a:tc>
                  <a:txBody>
                    <a:bodyPr/>
                    <a:lstStyle/>
                    <a:p>
                      <a:pPr>
                        <a:buNone/>
                      </a:pPr>
                      <a:r>
                        <a:rPr lang="en-US" sz="1800"/>
                        <a:t>String mismatch and electrical configuration</a:t>
                      </a:r>
                    </a:p>
                  </a:txBody>
                  <a:tcPr marL="45057" marR="45057" marT="22529" marB="22529" anchor="ctr"/>
                </a:tc>
                <a:tc>
                  <a:txBody>
                    <a:bodyPr/>
                    <a:lstStyle/>
                    <a:p>
                      <a:pPr>
                        <a:buNone/>
                      </a:pPr>
                      <a:r>
                        <a:rPr lang="en-US" sz="1800"/>
                        <a:t>Aggregate loss approximation</a:t>
                      </a:r>
                    </a:p>
                  </a:txBody>
                  <a:tcPr marL="45057" marR="45057" marT="22529" marB="22529" anchor="ctr"/>
                </a:tc>
                <a:tc>
                  <a:txBody>
                    <a:bodyPr/>
                    <a:lstStyle/>
                    <a:p>
                      <a:pPr>
                        <a:buNone/>
                      </a:pPr>
                      <a:r>
                        <a:rPr lang="en-US" sz="1800"/>
                        <a:t>Can be modeled explicitly</a:t>
                      </a:r>
                    </a:p>
                  </a:txBody>
                  <a:tcPr marL="45057" marR="45057" marT="22529" marB="22529" anchor="ctr"/>
                </a:tc>
                <a:extLst>
                  <a:ext uri="{0D108BD9-81ED-4DB2-BD59-A6C34878D82A}">
                    <a16:rowId xmlns:a16="http://schemas.microsoft.com/office/drawing/2014/main" val="340740338"/>
                  </a:ext>
                </a:extLst>
              </a:tr>
              <a:tr h="542540">
                <a:tc>
                  <a:txBody>
                    <a:bodyPr/>
                    <a:lstStyle/>
                    <a:p>
                      <a:pPr>
                        <a:buNone/>
                      </a:pPr>
                      <a:r>
                        <a:rPr lang="en-US" sz="1800"/>
                        <a:t>Partial shading and multiple power maxima</a:t>
                      </a:r>
                    </a:p>
                  </a:txBody>
                  <a:tcPr marL="45057" marR="45057" marT="22529" marB="22529" anchor="ctr"/>
                </a:tc>
                <a:tc>
                  <a:txBody>
                    <a:bodyPr/>
                    <a:lstStyle/>
                    <a:p>
                      <a:pPr>
                        <a:buNone/>
                      </a:pPr>
                      <a:r>
                        <a:rPr lang="en-US" sz="1800"/>
                        <a:t>Limited</a:t>
                      </a:r>
                    </a:p>
                  </a:txBody>
                  <a:tcPr marL="45057" marR="45057" marT="22529" marB="22529" anchor="ctr"/>
                </a:tc>
                <a:tc>
                  <a:txBody>
                    <a:bodyPr/>
                    <a:lstStyle/>
                    <a:p>
                      <a:pPr>
                        <a:buNone/>
                      </a:pPr>
                      <a:r>
                        <a:rPr lang="en-US" sz="1800" dirty="0"/>
                        <a:t>Requires more detailed electrical modeling</a:t>
                      </a:r>
                    </a:p>
                  </a:txBody>
                  <a:tcPr marL="45057" marR="45057" marT="22529" marB="22529" anchor="ctr"/>
                </a:tc>
                <a:extLst>
                  <a:ext uri="{0D108BD9-81ED-4DB2-BD59-A6C34878D82A}">
                    <a16:rowId xmlns:a16="http://schemas.microsoft.com/office/drawing/2014/main" val="2715087961"/>
                  </a:ext>
                </a:extLst>
              </a:tr>
            </a:tbl>
          </a:graphicData>
        </a:graphic>
      </p:graphicFrame>
      <p:sp>
        <p:nvSpPr>
          <p:cNvPr id="9" name="TextBox 8">
            <a:extLst>
              <a:ext uri="{FF2B5EF4-FFF2-40B4-BE49-F238E27FC236}">
                <a16:creationId xmlns:a16="http://schemas.microsoft.com/office/drawing/2014/main" id="{46D0A73F-C1AE-1CB4-E46D-6178B646BDB3}"/>
              </a:ext>
            </a:extLst>
          </p:cNvPr>
          <p:cNvSpPr txBox="1"/>
          <p:nvPr/>
        </p:nvSpPr>
        <p:spPr>
          <a:xfrm>
            <a:off x="2349909" y="5359898"/>
            <a:ext cx="7334865" cy="707886"/>
          </a:xfrm>
          <a:prstGeom prst="rect">
            <a:avLst/>
          </a:prstGeom>
          <a:noFill/>
        </p:spPr>
        <p:txBody>
          <a:bodyPr wrap="square">
            <a:spAutoFit/>
          </a:bodyPr>
          <a:lstStyle/>
          <a:p>
            <a:pPr algn="ctr"/>
            <a:r>
              <a:rPr lang="en-US" sz="2000" dirty="0"/>
              <a:t>Both need accurate weather data, appropriate thermal model, and reasonable loss assumptions</a:t>
            </a:r>
          </a:p>
        </p:txBody>
      </p:sp>
    </p:spTree>
    <p:extLst>
      <p:ext uri="{BB962C8B-B14F-4D97-AF65-F5344CB8AC3E}">
        <p14:creationId xmlns:p14="http://schemas.microsoft.com/office/powerpoint/2010/main" val="21564599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h30934cc6897288_0_5"/>
          <p:cNvSpPr txBox="1">
            <a:spLocks noGrp="1"/>
          </p:cNvSpPr>
          <p:nvPr>
            <p:ph type="title"/>
          </p:nvPr>
        </p:nvSpPr>
        <p:spPr>
          <a:xfrm>
            <a:off x="411474" y="2897100"/>
            <a:ext cx="6663900" cy="5319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lt1"/>
              </a:buClr>
              <a:buSzPts val="4400"/>
              <a:buFont typeface="Open Sans"/>
              <a:buNone/>
            </a:pPr>
            <a:r>
              <a:rPr lang="en-US" sz="4400"/>
              <a:t>KPIs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h30934cc6897288_0_37"/>
          <p:cNvSpPr txBox="1">
            <a:spLocks noGrp="1"/>
          </p:cNvSpPr>
          <p:nvPr>
            <p:ph type="title"/>
          </p:nvPr>
        </p:nvSpPr>
        <p:spPr>
          <a:xfrm>
            <a:off x="0" y="172944"/>
            <a:ext cx="7221600" cy="5319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endParaRPr/>
          </a:p>
        </p:txBody>
      </p:sp>
      <p:pic>
        <p:nvPicPr>
          <p:cNvPr id="504" name="Google Shape;504;h30934cc6897288_0_37"/>
          <p:cNvPicPr preferRelativeResize="0"/>
          <p:nvPr/>
        </p:nvPicPr>
        <p:blipFill>
          <a:blip r:embed="rId3">
            <a:alphaModFix/>
          </a:blip>
          <a:srcRect b="8696"/>
          <a:stretch>
            <a:fillRect/>
          </a:stretch>
        </p:blipFill>
        <p:spPr>
          <a:xfrm>
            <a:off x="0" y="0"/>
            <a:ext cx="12192000" cy="626165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h30934cc6897288_0_25"/>
          <p:cNvSpPr txBox="1">
            <a:spLocks noGrp="1"/>
          </p:cNvSpPr>
          <p:nvPr>
            <p:ph type="title"/>
          </p:nvPr>
        </p:nvSpPr>
        <p:spPr>
          <a:xfrm>
            <a:off x="0" y="172944"/>
            <a:ext cx="7221600" cy="5319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dirty="0" err="1"/>
              <a:t>Sensitividade</a:t>
            </a:r>
            <a:endParaRPr dirty="0"/>
          </a:p>
        </p:txBody>
      </p:sp>
      <p:pic>
        <p:nvPicPr>
          <p:cNvPr id="511" name="Google Shape;511;h30934cc6897288_0_25"/>
          <p:cNvPicPr preferRelativeResize="0"/>
          <p:nvPr/>
        </p:nvPicPr>
        <p:blipFill>
          <a:blip r:embed="rId3">
            <a:alphaModFix/>
          </a:blip>
          <a:stretch>
            <a:fillRect/>
          </a:stretch>
        </p:blipFill>
        <p:spPr>
          <a:xfrm>
            <a:off x="809025" y="1009644"/>
            <a:ext cx="10397076" cy="584835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h30934cc6897288_0_31"/>
          <p:cNvSpPr txBox="1">
            <a:spLocks noGrp="1"/>
          </p:cNvSpPr>
          <p:nvPr>
            <p:ph type="title"/>
          </p:nvPr>
        </p:nvSpPr>
        <p:spPr>
          <a:xfrm>
            <a:off x="0" y="172944"/>
            <a:ext cx="7221600" cy="5319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endParaRPr/>
          </a:p>
        </p:txBody>
      </p:sp>
      <p:pic>
        <p:nvPicPr>
          <p:cNvPr id="518" name="Google Shape;518;h30934cc6897288_0_31"/>
          <p:cNvPicPr preferRelativeResize="0"/>
          <p:nvPr/>
        </p:nvPicPr>
        <p:blipFill rotWithShape="1">
          <a:blip r:embed="rId3">
            <a:alphaModFix/>
          </a:blip>
          <a:srcRect l="-1580" t="-27440" r="1580" b="27440"/>
          <a:stretch/>
        </p:blipFill>
        <p:spPr>
          <a:xfrm>
            <a:off x="897463" y="-772556"/>
            <a:ext cx="10397076" cy="584835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h30934cc6897288_0_43"/>
          <p:cNvSpPr txBox="1">
            <a:spLocks noGrp="1"/>
          </p:cNvSpPr>
          <p:nvPr>
            <p:ph type="title"/>
          </p:nvPr>
        </p:nvSpPr>
        <p:spPr>
          <a:xfrm>
            <a:off x="0" y="172949"/>
            <a:ext cx="8723400" cy="475500"/>
          </a:xfrm>
          <a:prstGeom prst="rect">
            <a:avLst/>
          </a:prstGeom>
        </p:spPr>
        <p:txBody>
          <a:bodyPr spcFirstLastPara="1" wrap="square" lIns="91425" tIns="45700" rIns="91425" bIns="45700" anchor="ctr" anchorCtr="0">
            <a:normAutofit fontScale="90000"/>
          </a:bodyPr>
          <a:lstStyle/>
          <a:p>
            <a:pPr marL="0" lvl="0" indent="0" algn="ctr" rtl="0">
              <a:spcBef>
                <a:spcPts val="0"/>
              </a:spcBef>
              <a:spcAft>
                <a:spcPts val="0"/>
              </a:spcAft>
              <a:buNone/>
            </a:pPr>
            <a:r>
              <a:rPr lang="en-US"/>
              <a:t>De onde vem a incerteza na previsão de energia? </a:t>
            </a:r>
            <a:endParaRPr/>
          </a:p>
        </p:txBody>
      </p:sp>
      <p:graphicFrame>
        <p:nvGraphicFramePr>
          <p:cNvPr id="525" name="Google Shape;525;h30934cc6897288_0_43"/>
          <p:cNvGraphicFramePr/>
          <p:nvPr/>
        </p:nvGraphicFramePr>
        <p:xfrm>
          <a:off x="372175" y="1119075"/>
          <a:ext cx="11447650" cy="2928506"/>
        </p:xfrm>
        <a:graphic>
          <a:graphicData uri="http://schemas.openxmlformats.org/drawingml/2006/table">
            <a:tbl>
              <a:tblPr>
                <a:noFill/>
              </a:tblPr>
              <a:tblGrid>
                <a:gridCol w="3084700">
                  <a:extLst>
                    <a:ext uri="{9D8B030D-6E8A-4147-A177-3AD203B41FA5}">
                      <a16:colId xmlns:a16="http://schemas.microsoft.com/office/drawing/2014/main" val="20000"/>
                    </a:ext>
                  </a:extLst>
                </a:gridCol>
                <a:gridCol w="8362950">
                  <a:extLst>
                    <a:ext uri="{9D8B030D-6E8A-4147-A177-3AD203B41FA5}">
                      <a16:colId xmlns:a16="http://schemas.microsoft.com/office/drawing/2014/main" val="20001"/>
                    </a:ext>
                  </a:extLst>
                </a:gridCol>
              </a:tblGrid>
              <a:tr h="0">
                <a:tc>
                  <a:txBody>
                    <a:bodyPr/>
                    <a:lstStyle/>
                    <a:p>
                      <a:pPr marL="0" lvl="0" indent="0" algn="ctr" rtl="0">
                        <a:lnSpc>
                          <a:spcPct val="115000"/>
                        </a:lnSpc>
                        <a:spcBef>
                          <a:spcPts val="1200"/>
                        </a:spcBef>
                        <a:spcAft>
                          <a:spcPts val="1200"/>
                        </a:spcAft>
                        <a:buNone/>
                      </a:pPr>
                      <a:r>
                        <a:rPr lang="en-US" sz="1600" b="1"/>
                        <a:t>Fonte de incerteza</a:t>
                      </a:r>
                      <a:endParaRPr sz="1600" b="1"/>
                    </a:p>
                  </a:txBody>
                  <a:tcPr marL="91425" marR="91425" marT="91425" marB="91425"/>
                </a:tc>
                <a:tc>
                  <a:txBody>
                    <a:bodyPr/>
                    <a:lstStyle/>
                    <a:p>
                      <a:pPr marL="0" lvl="0" indent="0" algn="ctr" rtl="0">
                        <a:lnSpc>
                          <a:spcPct val="115000"/>
                        </a:lnSpc>
                        <a:spcBef>
                          <a:spcPts val="1200"/>
                        </a:spcBef>
                        <a:spcAft>
                          <a:spcPts val="1200"/>
                        </a:spcAft>
                        <a:buNone/>
                      </a:pPr>
                      <a:r>
                        <a:rPr lang="en-US" sz="1600" b="1"/>
                        <a:t>Exemplos</a:t>
                      </a:r>
                      <a:endParaRPr sz="1600" b="1"/>
                    </a:p>
                  </a:txBody>
                  <a:tcPr marL="91425" marR="91425" marT="91425" marB="91425"/>
                </a:tc>
                <a:extLst>
                  <a:ext uri="{0D108BD9-81ED-4DB2-BD59-A6C34878D82A}">
                    <a16:rowId xmlns:a16="http://schemas.microsoft.com/office/drawing/2014/main" val="10000"/>
                  </a:ext>
                </a:extLst>
              </a:tr>
              <a:tr h="0">
                <a:tc>
                  <a:txBody>
                    <a:bodyPr/>
                    <a:lstStyle/>
                    <a:p>
                      <a:pPr marL="0" lvl="0" indent="0" algn="l" rtl="0">
                        <a:lnSpc>
                          <a:spcPct val="115000"/>
                        </a:lnSpc>
                        <a:spcBef>
                          <a:spcPts val="1200"/>
                        </a:spcBef>
                        <a:spcAft>
                          <a:spcPts val="1200"/>
                        </a:spcAft>
                        <a:buNone/>
                      </a:pPr>
                      <a:r>
                        <a:rPr lang="en-US" sz="1900"/>
                        <a:t>Recurso solar</a:t>
                      </a:r>
                      <a:endParaRPr sz="1900"/>
                    </a:p>
                  </a:txBody>
                  <a:tcPr marL="91425" marR="91425" marT="91425" marB="91425"/>
                </a:tc>
                <a:tc>
                  <a:txBody>
                    <a:bodyPr/>
                    <a:lstStyle/>
                    <a:p>
                      <a:pPr marL="0" lvl="0" indent="0" algn="l" rtl="0">
                        <a:lnSpc>
                          <a:spcPct val="115000"/>
                        </a:lnSpc>
                        <a:spcBef>
                          <a:spcPts val="1200"/>
                        </a:spcBef>
                        <a:spcAft>
                          <a:spcPts val="1200"/>
                        </a:spcAft>
                        <a:buNone/>
                      </a:pPr>
                      <a:r>
                        <a:rPr lang="en-US" sz="1900"/>
                        <a:t>Erros nos dados meteorológicos, variabilidade interanual</a:t>
                      </a:r>
                      <a:endParaRPr sz="1900"/>
                    </a:p>
                  </a:txBody>
                  <a:tcPr marL="91425" marR="91425" marT="91425" marB="91425"/>
                </a:tc>
                <a:extLst>
                  <a:ext uri="{0D108BD9-81ED-4DB2-BD59-A6C34878D82A}">
                    <a16:rowId xmlns:a16="http://schemas.microsoft.com/office/drawing/2014/main" val="10001"/>
                  </a:ext>
                </a:extLst>
              </a:tr>
              <a:tr h="0">
                <a:tc>
                  <a:txBody>
                    <a:bodyPr/>
                    <a:lstStyle/>
                    <a:p>
                      <a:pPr marL="0" lvl="0" indent="0" algn="l" rtl="0">
                        <a:lnSpc>
                          <a:spcPct val="115000"/>
                        </a:lnSpc>
                        <a:spcBef>
                          <a:spcPts val="1200"/>
                        </a:spcBef>
                        <a:spcAft>
                          <a:spcPts val="1200"/>
                        </a:spcAft>
                        <a:buNone/>
                      </a:pPr>
                      <a:r>
                        <a:rPr lang="en-US" sz="1900"/>
                        <a:t>Modelagem</a:t>
                      </a:r>
                      <a:endParaRPr sz="1900"/>
                    </a:p>
                  </a:txBody>
                  <a:tcPr marL="91425" marR="91425" marT="91425" marB="91425"/>
                </a:tc>
                <a:tc>
                  <a:txBody>
                    <a:bodyPr/>
                    <a:lstStyle/>
                    <a:p>
                      <a:pPr marL="0" lvl="0" indent="0" algn="l" rtl="0">
                        <a:lnSpc>
                          <a:spcPct val="115000"/>
                        </a:lnSpc>
                        <a:spcBef>
                          <a:spcPts val="1200"/>
                        </a:spcBef>
                        <a:spcAft>
                          <a:spcPts val="1200"/>
                        </a:spcAft>
                        <a:buNone/>
                      </a:pPr>
                      <a:r>
                        <a:rPr lang="en-US" sz="1900"/>
                        <a:t>Transposição, temperatura, parâmetros elétricos</a:t>
                      </a:r>
                      <a:endParaRPr sz="1900"/>
                    </a:p>
                  </a:txBody>
                  <a:tcPr marL="91425" marR="91425" marT="91425" marB="91425"/>
                </a:tc>
                <a:extLst>
                  <a:ext uri="{0D108BD9-81ED-4DB2-BD59-A6C34878D82A}">
                    <a16:rowId xmlns:a16="http://schemas.microsoft.com/office/drawing/2014/main" val="10002"/>
                  </a:ext>
                </a:extLst>
              </a:tr>
              <a:tr h="0">
                <a:tc>
                  <a:txBody>
                    <a:bodyPr/>
                    <a:lstStyle/>
                    <a:p>
                      <a:pPr marL="0" lvl="0" indent="0" algn="l" rtl="0">
                        <a:lnSpc>
                          <a:spcPct val="115000"/>
                        </a:lnSpc>
                        <a:spcBef>
                          <a:spcPts val="1200"/>
                        </a:spcBef>
                        <a:spcAft>
                          <a:spcPts val="1200"/>
                        </a:spcAft>
                        <a:buNone/>
                      </a:pPr>
                      <a:r>
                        <a:rPr lang="en-US" sz="1900"/>
                        <a:t>Perdas operacionais</a:t>
                      </a:r>
                      <a:endParaRPr sz="1900"/>
                    </a:p>
                  </a:txBody>
                  <a:tcPr marL="91425" marR="91425" marT="91425" marB="91425"/>
                </a:tc>
                <a:tc>
                  <a:txBody>
                    <a:bodyPr/>
                    <a:lstStyle/>
                    <a:p>
                      <a:pPr marL="0" lvl="0" indent="0" algn="l" rtl="0">
                        <a:lnSpc>
                          <a:spcPct val="115000"/>
                        </a:lnSpc>
                        <a:spcBef>
                          <a:spcPts val="1200"/>
                        </a:spcBef>
                        <a:spcAft>
                          <a:spcPts val="1200"/>
                        </a:spcAft>
                        <a:buNone/>
                      </a:pPr>
                      <a:r>
                        <a:rPr lang="en-US" sz="1900"/>
                        <a:t>Sujeira, sombreamento, mismatch, clipping</a:t>
                      </a:r>
                      <a:endParaRPr sz="1900"/>
                    </a:p>
                  </a:txBody>
                  <a:tcPr marL="91425" marR="91425" marT="91425" marB="91425"/>
                </a:tc>
                <a:extLst>
                  <a:ext uri="{0D108BD9-81ED-4DB2-BD59-A6C34878D82A}">
                    <a16:rowId xmlns:a16="http://schemas.microsoft.com/office/drawing/2014/main" val="10003"/>
                  </a:ext>
                </a:extLst>
              </a:tr>
              <a:tr h="0">
                <a:tc>
                  <a:txBody>
                    <a:bodyPr/>
                    <a:lstStyle/>
                    <a:p>
                      <a:pPr marL="0" lvl="0" indent="0" algn="l" rtl="0">
                        <a:lnSpc>
                          <a:spcPct val="115000"/>
                        </a:lnSpc>
                        <a:spcBef>
                          <a:spcPts val="1200"/>
                        </a:spcBef>
                        <a:spcAft>
                          <a:spcPts val="1200"/>
                        </a:spcAft>
                        <a:buNone/>
                      </a:pPr>
                      <a:r>
                        <a:rPr lang="en-US" sz="1900"/>
                        <a:t>Confiabilidade</a:t>
                      </a:r>
                      <a:endParaRPr sz="1900"/>
                    </a:p>
                  </a:txBody>
                  <a:tcPr marL="91425" marR="91425" marT="91425" marB="91425"/>
                </a:tc>
                <a:tc>
                  <a:txBody>
                    <a:bodyPr/>
                    <a:lstStyle/>
                    <a:p>
                      <a:pPr marL="0" lvl="0" indent="0" algn="l" rtl="0">
                        <a:lnSpc>
                          <a:spcPct val="115000"/>
                        </a:lnSpc>
                        <a:spcBef>
                          <a:spcPts val="1200"/>
                        </a:spcBef>
                        <a:spcAft>
                          <a:spcPts val="1200"/>
                        </a:spcAft>
                        <a:buNone/>
                      </a:pPr>
                      <a:r>
                        <a:rPr lang="en-US" sz="1900"/>
                        <a:t>Degradação, falhas, disponibilidade dos equipamentos</a:t>
                      </a:r>
                      <a:endParaRPr sz="1900"/>
                    </a:p>
                  </a:txBody>
                  <a:tcPr marL="91425" marR="91425" marT="91425" marB="91425"/>
                </a:tc>
                <a:extLst>
                  <a:ext uri="{0D108BD9-81ED-4DB2-BD59-A6C34878D82A}">
                    <a16:rowId xmlns:a16="http://schemas.microsoft.com/office/drawing/2014/main" val="10004"/>
                  </a:ext>
                </a:extLst>
              </a:tr>
              <a:tr h="0">
                <a:tc>
                  <a:txBody>
                    <a:bodyPr/>
                    <a:lstStyle/>
                    <a:p>
                      <a:pPr marL="0" lvl="0" indent="0" algn="l" rtl="0">
                        <a:lnSpc>
                          <a:spcPct val="115000"/>
                        </a:lnSpc>
                        <a:spcBef>
                          <a:spcPts val="1200"/>
                        </a:spcBef>
                        <a:spcAft>
                          <a:spcPts val="1200"/>
                        </a:spcAft>
                        <a:buNone/>
                      </a:pPr>
                      <a:r>
                        <a:rPr lang="en-US" sz="1900"/>
                        <a:t>Qualidade dos dados</a:t>
                      </a:r>
                      <a:endParaRPr sz="1900"/>
                    </a:p>
                  </a:txBody>
                  <a:tcPr marL="91425" marR="91425" marT="91425" marB="91425"/>
                </a:tc>
                <a:tc>
                  <a:txBody>
                    <a:bodyPr/>
                    <a:lstStyle/>
                    <a:p>
                      <a:pPr marL="0" lvl="0" indent="0" algn="l" rtl="0">
                        <a:lnSpc>
                          <a:spcPct val="115000"/>
                        </a:lnSpc>
                        <a:spcBef>
                          <a:spcPts val="1200"/>
                        </a:spcBef>
                        <a:spcAft>
                          <a:spcPts val="1200"/>
                        </a:spcAft>
                        <a:buNone/>
                      </a:pPr>
                      <a:r>
                        <a:rPr lang="en-US" sz="1900"/>
                        <a:t>Sensores, dados ausentes, desalinhamento temporal</a:t>
                      </a:r>
                      <a:endParaRPr sz="1900"/>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h30934cc6897288_0_52"/>
          <p:cNvSpPr txBox="1">
            <a:spLocks noGrp="1"/>
          </p:cNvSpPr>
          <p:nvPr>
            <p:ph type="title"/>
          </p:nvPr>
        </p:nvSpPr>
        <p:spPr>
          <a:xfrm>
            <a:off x="18239" y="610696"/>
            <a:ext cx="9635400" cy="621300"/>
          </a:xfrm>
          <a:prstGeom prst="rect">
            <a:avLst/>
          </a:prstGeom>
        </p:spPr>
        <p:txBody>
          <a:bodyPr spcFirstLastPara="1" wrap="square" lIns="91425" tIns="45700" rIns="91425" bIns="45700" anchor="ctr" anchorCtr="0">
            <a:normAutofit fontScale="90000"/>
          </a:bodyPr>
          <a:lstStyle/>
          <a:p>
            <a:pPr marL="0" lvl="0" indent="0" algn="l" rtl="0">
              <a:lnSpc>
                <a:spcPct val="115000"/>
              </a:lnSpc>
              <a:spcBef>
                <a:spcPts val="1200"/>
              </a:spcBef>
              <a:spcAft>
                <a:spcPts val="0"/>
              </a:spcAft>
              <a:buClr>
                <a:schemeClr val="dk1"/>
              </a:buClr>
              <a:buSzPct val="39286"/>
              <a:buFont typeface="Arial"/>
              <a:buNone/>
            </a:pPr>
            <a:r>
              <a:rPr lang="en-US"/>
              <a:t>P50 é uma estimativa central da geração. P90 incorpora o risco de produzir menos energia do que o esperado</a:t>
            </a:r>
            <a:endParaRPr/>
          </a:p>
          <a:p>
            <a:pPr marL="0" lvl="0" indent="0" algn="ctr" rtl="0">
              <a:spcBef>
                <a:spcPts val="1200"/>
              </a:spcBef>
              <a:spcAft>
                <a:spcPts val="0"/>
              </a:spcAft>
              <a:buNone/>
            </a:pPr>
            <a:endParaRPr/>
          </a:p>
        </p:txBody>
      </p:sp>
      <p:pic>
        <p:nvPicPr>
          <p:cNvPr id="532" name="Google Shape;532;h30934cc6897288_0_52"/>
          <p:cNvPicPr preferRelativeResize="0"/>
          <p:nvPr/>
        </p:nvPicPr>
        <p:blipFill>
          <a:blip r:embed="rId3">
            <a:alphaModFix/>
          </a:blip>
          <a:stretch>
            <a:fillRect/>
          </a:stretch>
        </p:blipFill>
        <p:spPr>
          <a:xfrm>
            <a:off x="371275" y="1860394"/>
            <a:ext cx="10782300" cy="36671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h30934cc6897288_0_0"/>
          <p:cNvSpPr txBox="1">
            <a:spLocks noGrp="1"/>
          </p:cNvSpPr>
          <p:nvPr>
            <p:ph type="title"/>
          </p:nvPr>
        </p:nvSpPr>
        <p:spPr>
          <a:xfrm>
            <a:off x="0" y="172950"/>
            <a:ext cx="9380100" cy="840300"/>
          </a:xfrm>
          <a:prstGeom prst="rect">
            <a:avLst/>
          </a:prstGeom>
        </p:spPr>
        <p:txBody>
          <a:bodyPr spcFirstLastPara="1" wrap="square" lIns="91425" tIns="45700" rIns="91425" bIns="45700" anchor="ctr" anchorCtr="0">
            <a:normAutofit fontScale="90000"/>
          </a:bodyPr>
          <a:lstStyle/>
          <a:p>
            <a:pPr marL="0" lvl="0" indent="0" algn="ctr" rtl="0">
              <a:spcBef>
                <a:spcPts val="0"/>
              </a:spcBef>
              <a:spcAft>
                <a:spcPts val="0"/>
              </a:spcAft>
              <a:buNone/>
            </a:pPr>
            <a:r>
              <a:rPr lang="en-US"/>
              <a:t>P90 e un scenario conservador, Utilizado em análises de risco e capacidade de pagamento da dívida.</a:t>
            </a:r>
            <a:endParaRPr/>
          </a:p>
          <a:p>
            <a:pPr marL="0" lvl="0" indent="0" algn="ctr" rtl="0">
              <a:spcBef>
                <a:spcPts val="0"/>
              </a:spcBef>
              <a:spcAft>
                <a:spcPts val="0"/>
              </a:spcAft>
              <a:buNone/>
            </a:pPr>
            <a:endParaRPr/>
          </a:p>
        </p:txBody>
      </p:sp>
      <p:pic>
        <p:nvPicPr>
          <p:cNvPr id="539" name="Google Shape;539;h30934cc6897288_0_0"/>
          <p:cNvPicPr preferRelativeResize="0"/>
          <p:nvPr/>
        </p:nvPicPr>
        <p:blipFill>
          <a:blip r:embed="rId3">
            <a:alphaModFix/>
          </a:blip>
          <a:stretch>
            <a:fillRect/>
          </a:stretch>
        </p:blipFill>
        <p:spPr>
          <a:xfrm>
            <a:off x="1046125" y="1130844"/>
            <a:ext cx="10629900" cy="56292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h30934cc6897288_0_16"/>
          <p:cNvSpPr txBox="1">
            <a:spLocks noGrp="1"/>
          </p:cNvSpPr>
          <p:nvPr>
            <p:ph type="title"/>
          </p:nvPr>
        </p:nvSpPr>
        <p:spPr>
          <a:xfrm>
            <a:off x="0" y="172950"/>
            <a:ext cx="8577600" cy="840300"/>
          </a:xfrm>
          <a:prstGeom prst="rect">
            <a:avLst/>
          </a:prstGeom>
        </p:spPr>
        <p:txBody>
          <a:bodyPr spcFirstLastPara="1" wrap="square" lIns="91425" tIns="45700" rIns="91425" bIns="45700" anchor="ctr" anchorCtr="0">
            <a:normAutofit fontScale="90000"/>
          </a:bodyPr>
          <a:lstStyle/>
          <a:p>
            <a:pPr marL="0" lvl="0" indent="0" algn="ctr" rtl="0">
              <a:spcBef>
                <a:spcPts val="0"/>
              </a:spcBef>
              <a:spcAft>
                <a:spcPts val="0"/>
              </a:spcAft>
              <a:buNone/>
            </a:pPr>
            <a:r>
              <a:rPr lang="en-US"/>
              <a:t>Quanto maior a incerteza, </a:t>
            </a:r>
            <a:endParaRPr/>
          </a:p>
          <a:p>
            <a:pPr marL="0" lvl="0" indent="0" algn="ctr" rtl="0">
              <a:spcBef>
                <a:spcPts val="0"/>
              </a:spcBef>
              <a:spcAft>
                <a:spcPts val="0"/>
              </a:spcAft>
              <a:buNone/>
            </a:pPr>
            <a:r>
              <a:rPr lang="en-US"/>
              <a:t>maior a distância entre P50 e P90</a:t>
            </a:r>
            <a:endParaRPr/>
          </a:p>
        </p:txBody>
      </p:sp>
      <p:pic>
        <p:nvPicPr>
          <p:cNvPr id="546" name="Google Shape;546;h30934cc6897288_0_16"/>
          <p:cNvPicPr preferRelativeResize="0"/>
          <p:nvPr/>
        </p:nvPicPr>
        <p:blipFill>
          <a:blip r:embed="rId3">
            <a:alphaModFix/>
          </a:blip>
          <a:stretch>
            <a:fillRect/>
          </a:stretch>
        </p:blipFill>
        <p:spPr>
          <a:xfrm>
            <a:off x="1046125" y="1130844"/>
            <a:ext cx="10629900" cy="5629275"/>
          </a:xfrm>
          <a:prstGeom prst="rect">
            <a:avLst/>
          </a:prstGeom>
          <a:noFill/>
          <a:ln>
            <a:noFill/>
          </a:ln>
        </p:spPr>
      </p:pic>
      <p:cxnSp>
        <p:nvCxnSpPr>
          <p:cNvPr id="547" name="Google Shape;547;h30934cc6897288_0_16"/>
          <p:cNvCxnSpPr/>
          <p:nvPr/>
        </p:nvCxnSpPr>
        <p:spPr>
          <a:xfrm>
            <a:off x="4090600" y="5171675"/>
            <a:ext cx="2243400" cy="0"/>
          </a:xfrm>
          <a:prstGeom prst="straightConnector1">
            <a:avLst/>
          </a:prstGeom>
          <a:noFill/>
          <a:ln w="38100" cap="flat" cmpd="sng">
            <a:solidFill>
              <a:schemeClr val="accent1"/>
            </a:solidFill>
            <a:prstDash val="solid"/>
            <a:round/>
            <a:headEnd type="stealth" w="med" len="med"/>
            <a:tailEnd type="stealth" w="med" len="med"/>
          </a:ln>
        </p:spPr>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DE32F-F0F1-24A0-341D-27D7643538ED}"/>
              </a:ext>
            </a:extLst>
          </p:cNvPr>
          <p:cNvSpPr>
            <a:spLocks noGrp="1"/>
          </p:cNvSpPr>
          <p:nvPr>
            <p:ph type="title"/>
          </p:nvPr>
        </p:nvSpPr>
        <p:spPr/>
        <p:txBody>
          <a:bodyPr/>
          <a:lstStyle/>
          <a:p>
            <a:r>
              <a:rPr lang="es-419" dirty="0" err="1"/>
              <a:t>Perdas</a:t>
            </a:r>
            <a:endParaRPr lang="en-US" dirty="0"/>
          </a:p>
        </p:txBody>
      </p:sp>
    </p:spTree>
    <p:extLst>
      <p:ext uri="{BB962C8B-B14F-4D97-AF65-F5344CB8AC3E}">
        <p14:creationId xmlns:p14="http://schemas.microsoft.com/office/powerpoint/2010/main" val="14386687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34D43-877B-314F-A0C3-F2F2DA6EA389}"/>
              </a:ext>
            </a:extLst>
          </p:cNvPr>
          <p:cNvSpPr>
            <a:spLocks noGrp="1"/>
          </p:cNvSpPr>
          <p:nvPr>
            <p:ph type="title"/>
          </p:nvPr>
        </p:nvSpPr>
        <p:spPr>
          <a:xfrm>
            <a:off x="0" y="172944"/>
            <a:ext cx="3866322" cy="531906"/>
          </a:xfrm>
        </p:spPr>
        <p:txBody>
          <a:bodyPr/>
          <a:lstStyle/>
          <a:p>
            <a:r>
              <a:rPr lang="en-US" dirty="0"/>
              <a:t>Power Loss Sources</a:t>
            </a:r>
          </a:p>
        </p:txBody>
      </p:sp>
      <p:graphicFrame>
        <p:nvGraphicFramePr>
          <p:cNvPr id="3" name="Diagram 2">
            <a:extLst>
              <a:ext uri="{FF2B5EF4-FFF2-40B4-BE49-F238E27FC236}">
                <a16:creationId xmlns:a16="http://schemas.microsoft.com/office/drawing/2014/main" id="{14CEC1AF-5D15-8349-9F84-54F99825AA87}"/>
              </a:ext>
            </a:extLst>
          </p:cNvPr>
          <p:cNvGraphicFramePr/>
          <p:nvPr/>
        </p:nvGraphicFramePr>
        <p:xfrm>
          <a:off x="-2113279" y="1035354"/>
          <a:ext cx="15640593" cy="58226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776836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807CE-D33F-C189-F61A-C1A51902AB57}"/>
              </a:ext>
            </a:extLst>
          </p:cNvPr>
          <p:cNvSpPr>
            <a:spLocks noGrp="1"/>
          </p:cNvSpPr>
          <p:nvPr>
            <p:ph type="title"/>
          </p:nvPr>
        </p:nvSpPr>
        <p:spPr>
          <a:xfrm>
            <a:off x="0" y="172944"/>
            <a:ext cx="6291470" cy="531906"/>
          </a:xfrm>
        </p:spPr>
        <p:txBody>
          <a:bodyPr/>
          <a:lstStyle/>
          <a:p>
            <a:r>
              <a:rPr lang="en-US" dirty="0" err="1"/>
              <a:t>Ajustando</a:t>
            </a:r>
            <a:r>
              <a:rPr lang="en-US" dirty="0"/>
              <a:t> as </a:t>
            </a:r>
            <a:r>
              <a:rPr lang="en-US" dirty="0" err="1"/>
              <a:t>perdas</a:t>
            </a:r>
            <a:r>
              <a:rPr lang="en-US" dirty="0"/>
              <a:t> </a:t>
            </a:r>
            <a:r>
              <a:rPr lang="en-US" dirty="0" err="1"/>
              <a:t>na</a:t>
            </a:r>
            <a:r>
              <a:rPr lang="en-US" dirty="0"/>
              <a:t> </a:t>
            </a:r>
            <a:r>
              <a:rPr lang="en-US" dirty="0" err="1"/>
              <a:t>simulação</a:t>
            </a:r>
            <a:endParaRPr lang="en-US" dirty="0"/>
          </a:p>
        </p:txBody>
      </p:sp>
      <p:sp>
        <p:nvSpPr>
          <p:cNvPr id="3" name="Content Placeholder 2">
            <a:extLst>
              <a:ext uri="{FF2B5EF4-FFF2-40B4-BE49-F238E27FC236}">
                <a16:creationId xmlns:a16="http://schemas.microsoft.com/office/drawing/2014/main" id="{ABB8D2D9-AF40-0313-FA4C-FF83836B3A97}"/>
              </a:ext>
            </a:extLst>
          </p:cNvPr>
          <p:cNvSpPr>
            <a:spLocks noGrp="1"/>
          </p:cNvSpPr>
          <p:nvPr>
            <p:ph idx="4294967295"/>
          </p:nvPr>
        </p:nvSpPr>
        <p:spPr>
          <a:xfrm>
            <a:off x="377687" y="1537390"/>
            <a:ext cx="10515600" cy="4351338"/>
          </a:xfrm>
        </p:spPr>
        <p:txBody>
          <a:bodyPr>
            <a:normAutofit lnSpcReduction="10000"/>
          </a:bodyPr>
          <a:lstStyle/>
          <a:p>
            <a:r>
              <a:rPr lang="en-US" b="1" dirty="0" err="1"/>
              <a:t>Perdas</a:t>
            </a:r>
            <a:r>
              <a:rPr lang="en-US" b="1" dirty="0"/>
              <a:t> de </a:t>
            </a:r>
            <a:r>
              <a:rPr lang="en-US" b="1" dirty="0" err="1"/>
              <a:t>referência</a:t>
            </a:r>
            <a:r>
              <a:rPr lang="en-US" b="1" dirty="0"/>
              <a:t> (baseline losses)</a:t>
            </a:r>
            <a:r>
              <a:rPr lang="en-US" dirty="0"/>
              <a:t>: </a:t>
            </a:r>
            <a:r>
              <a:rPr lang="en-US" dirty="0" err="1"/>
              <a:t>Perdas</a:t>
            </a:r>
            <a:r>
              <a:rPr lang="en-US" dirty="0"/>
              <a:t> </a:t>
            </a:r>
            <a:r>
              <a:rPr lang="en-US" dirty="0" err="1"/>
              <a:t>associadas</a:t>
            </a:r>
            <a:r>
              <a:rPr lang="en-US" dirty="0"/>
              <a:t> a </a:t>
            </a:r>
            <a:r>
              <a:rPr lang="en-US" dirty="0" err="1"/>
              <a:t>sombreamento</a:t>
            </a:r>
            <a:r>
              <a:rPr lang="en-US" dirty="0"/>
              <a:t>, </a:t>
            </a:r>
            <a:r>
              <a:rPr lang="en-US" dirty="0" err="1"/>
              <a:t>cabeamento</a:t>
            </a:r>
            <a:r>
              <a:rPr lang="en-US" dirty="0"/>
              <a:t>, mismatch, </a:t>
            </a:r>
            <a:r>
              <a:rPr lang="en-US" dirty="0" err="1"/>
              <a:t>sujeira</a:t>
            </a:r>
            <a:r>
              <a:rPr lang="en-US" dirty="0"/>
              <a:t> e outros </a:t>
            </a:r>
            <a:r>
              <a:rPr lang="en-US" dirty="0" err="1"/>
              <a:t>fatores</a:t>
            </a:r>
            <a:r>
              <a:rPr lang="en-US" dirty="0"/>
              <a:t> </a:t>
            </a:r>
            <a:r>
              <a:rPr lang="en-US" dirty="0" err="1"/>
              <a:t>que</a:t>
            </a:r>
            <a:r>
              <a:rPr lang="en-US" dirty="0"/>
              <a:t> </a:t>
            </a:r>
            <a:r>
              <a:rPr lang="en-US" dirty="0" err="1"/>
              <a:t>reduzem</a:t>
            </a:r>
            <a:r>
              <a:rPr lang="en-US" dirty="0"/>
              <a:t> a </a:t>
            </a:r>
            <a:r>
              <a:rPr lang="en-US" dirty="0" err="1"/>
              <a:t>produção</a:t>
            </a:r>
            <a:r>
              <a:rPr lang="en-US" dirty="0"/>
              <a:t> </a:t>
            </a:r>
            <a:r>
              <a:rPr lang="en-US" dirty="0" err="1"/>
              <a:t>em</a:t>
            </a:r>
            <a:r>
              <a:rPr lang="en-US" dirty="0"/>
              <a:t> </a:t>
            </a:r>
            <a:r>
              <a:rPr lang="en-US" dirty="0" err="1"/>
              <a:t>relação</a:t>
            </a:r>
            <a:r>
              <a:rPr lang="en-US" dirty="0"/>
              <a:t> </a:t>
            </a:r>
            <a:r>
              <a:rPr lang="en-US" dirty="0" err="1"/>
              <a:t>ao</a:t>
            </a:r>
            <a:r>
              <a:rPr lang="en-US" dirty="0"/>
              <a:t> </a:t>
            </a:r>
            <a:r>
              <a:rPr lang="en-US" dirty="0" err="1"/>
              <a:t>modelo</a:t>
            </a:r>
            <a:r>
              <a:rPr lang="en-US" dirty="0"/>
              <a:t> ideal.</a:t>
            </a:r>
          </a:p>
          <a:p>
            <a:r>
              <a:rPr lang="en-US" b="1" dirty="0" err="1"/>
              <a:t>Degradação</a:t>
            </a:r>
            <a:r>
              <a:rPr lang="en-US" dirty="0"/>
              <a:t>: </a:t>
            </a:r>
            <a:r>
              <a:rPr lang="en-US" dirty="0" err="1"/>
              <a:t>Redução</a:t>
            </a:r>
            <a:r>
              <a:rPr lang="en-US" dirty="0"/>
              <a:t> gradual do </a:t>
            </a:r>
            <a:r>
              <a:rPr lang="en-US" dirty="0" err="1"/>
              <a:t>desempenho</a:t>
            </a:r>
            <a:r>
              <a:rPr lang="en-US" dirty="0"/>
              <a:t> do </a:t>
            </a:r>
            <a:r>
              <a:rPr lang="en-US" dirty="0" err="1"/>
              <a:t>sistema</a:t>
            </a:r>
            <a:r>
              <a:rPr lang="en-US" dirty="0"/>
              <a:t> </a:t>
            </a:r>
            <a:r>
              <a:rPr lang="en-US" dirty="0" err="1"/>
              <a:t>ao</a:t>
            </a:r>
            <a:r>
              <a:rPr lang="en-US" dirty="0"/>
              <a:t> </a:t>
            </a:r>
            <a:r>
              <a:rPr lang="en-US" dirty="0" err="1"/>
              <a:t>longo</a:t>
            </a:r>
            <a:r>
              <a:rPr lang="en-US" dirty="0"/>
              <a:t> dos </a:t>
            </a:r>
            <a:r>
              <a:rPr lang="en-US" dirty="0" err="1"/>
              <a:t>anos</a:t>
            </a:r>
            <a:r>
              <a:rPr lang="en-US" dirty="0"/>
              <a:t>, </a:t>
            </a:r>
            <a:r>
              <a:rPr lang="en-US" dirty="0" err="1"/>
              <a:t>representada</a:t>
            </a:r>
            <a:r>
              <a:rPr lang="en-US" dirty="0"/>
              <a:t> </a:t>
            </a:r>
            <a:r>
              <a:rPr lang="en-US" dirty="0" err="1"/>
              <a:t>por</a:t>
            </a:r>
            <a:r>
              <a:rPr lang="en-US" dirty="0"/>
              <a:t> </a:t>
            </a:r>
            <a:r>
              <a:rPr lang="en-US" dirty="0" err="1"/>
              <a:t>uma</a:t>
            </a:r>
            <a:r>
              <a:rPr lang="en-US" dirty="0"/>
              <a:t> taxa </a:t>
            </a:r>
            <a:r>
              <a:rPr lang="en-US" dirty="0" err="1"/>
              <a:t>anual</a:t>
            </a:r>
            <a:r>
              <a:rPr lang="en-US" dirty="0"/>
              <a:t> </a:t>
            </a:r>
            <a:r>
              <a:rPr lang="en-US" dirty="0" err="1"/>
              <a:t>estimada</a:t>
            </a:r>
            <a:r>
              <a:rPr lang="en-US" dirty="0"/>
              <a:t>.</a:t>
            </a:r>
          </a:p>
          <a:p>
            <a:r>
              <a:rPr lang="en-US" b="1" dirty="0" err="1"/>
              <a:t>Disponibilidade</a:t>
            </a:r>
            <a:r>
              <a:rPr lang="en-US" dirty="0"/>
              <a:t>: </a:t>
            </a:r>
            <a:r>
              <a:rPr lang="en-US" dirty="0" err="1"/>
              <a:t>Fração</a:t>
            </a:r>
            <a:r>
              <a:rPr lang="en-US" dirty="0"/>
              <a:t> do tempo </a:t>
            </a:r>
            <a:r>
              <a:rPr lang="en-US" dirty="0" err="1"/>
              <a:t>ou</a:t>
            </a:r>
            <a:r>
              <a:rPr lang="en-US" dirty="0"/>
              <a:t> da </a:t>
            </a:r>
            <a:r>
              <a:rPr lang="en-US" dirty="0" err="1"/>
              <a:t>capacidade</a:t>
            </a:r>
            <a:r>
              <a:rPr lang="en-US" dirty="0"/>
              <a:t> </a:t>
            </a:r>
            <a:r>
              <a:rPr lang="en-US" dirty="0" err="1"/>
              <a:t>em</a:t>
            </a:r>
            <a:r>
              <a:rPr lang="en-US" dirty="0"/>
              <a:t> </a:t>
            </a:r>
            <a:r>
              <a:rPr lang="en-US" dirty="0" err="1"/>
              <a:t>que</a:t>
            </a:r>
            <a:r>
              <a:rPr lang="en-US" dirty="0"/>
              <a:t> o </a:t>
            </a:r>
            <a:r>
              <a:rPr lang="en-US" dirty="0" err="1"/>
              <a:t>sistema</a:t>
            </a:r>
            <a:r>
              <a:rPr lang="en-US" dirty="0"/>
              <a:t> </a:t>
            </a:r>
            <a:r>
              <a:rPr lang="en-US" dirty="0" err="1"/>
              <a:t>está</a:t>
            </a:r>
            <a:r>
              <a:rPr lang="en-US" dirty="0"/>
              <a:t> </a:t>
            </a:r>
            <a:r>
              <a:rPr lang="en-US" dirty="0" err="1"/>
              <a:t>operacional</a:t>
            </a:r>
            <a:r>
              <a:rPr lang="en-US" dirty="0"/>
              <a:t>. </a:t>
            </a:r>
            <a:r>
              <a:rPr lang="en-US" dirty="0" err="1"/>
              <a:t>Considera</a:t>
            </a:r>
            <a:r>
              <a:rPr lang="en-US" dirty="0"/>
              <a:t> </a:t>
            </a:r>
            <a:r>
              <a:rPr lang="en-US" dirty="0" err="1"/>
              <a:t>falhas</a:t>
            </a:r>
            <a:r>
              <a:rPr lang="en-US" dirty="0"/>
              <a:t>, </a:t>
            </a:r>
            <a:r>
              <a:rPr lang="en-US" dirty="0" err="1"/>
              <a:t>desligamentos</a:t>
            </a:r>
            <a:r>
              <a:rPr lang="en-US" dirty="0"/>
              <a:t> e </a:t>
            </a:r>
            <a:r>
              <a:rPr lang="en-US" dirty="0" err="1"/>
              <a:t>períodos</a:t>
            </a:r>
            <a:r>
              <a:rPr lang="en-US" dirty="0"/>
              <a:t> de </a:t>
            </a:r>
            <a:r>
              <a:rPr lang="en-US" dirty="0" err="1"/>
              <a:t>manutenção</a:t>
            </a:r>
            <a:r>
              <a:rPr lang="en-US" dirty="0"/>
              <a:t>.</a:t>
            </a:r>
          </a:p>
          <a:p>
            <a:r>
              <a:rPr lang="en-US" b="1" dirty="0"/>
              <a:t>Curtailment (</a:t>
            </a:r>
            <a:r>
              <a:rPr lang="en-US" b="1" dirty="0" err="1"/>
              <a:t>limitação</a:t>
            </a:r>
            <a:r>
              <a:rPr lang="en-US" b="1" dirty="0"/>
              <a:t> de </a:t>
            </a:r>
            <a:r>
              <a:rPr lang="en-US" b="1" dirty="0" err="1"/>
              <a:t>geração</a:t>
            </a:r>
            <a:r>
              <a:rPr lang="en-US" b="1" dirty="0"/>
              <a:t>)</a:t>
            </a:r>
            <a:r>
              <a:rPr lang="en-US" dirty="0"/>
              <a:t>: </a:t>
            </a:r>
            <a:r>
              <a:rPr lang="en-US" dirty="0" err="1"/>
              <a:t>Redução</a:t>
            </a:r>
            <a:r>
              <a:rPr lang="en-US" dirty="0"/>
              <a:t> </a:t>
            </a:r>
            <a:r>
              <a:rPr lang="en-US" dirty="0" err="1"/>
              <a:t>intencional</a:t>
            </a:r>
            <a:r>
              <a:rPr lang="en-US" dirty="0"/>
              <a:t> da </a:t>
            </a:r>
            <a:r>
              <a:rPr lang="en-US" dirty="0" err="1"/>
              <a:t>potência</a:t>
            </a:r>
            <a:r>
              <a:rPr lang="en-US" dirty="0"/>
              <a:t> </a:t>
            </a:r>
            <a:r>
              <a:rPr lang="en-US" dirty="0" err="1"/>
              <a:t>produzida</a:t>
            </a:r>
            <a:r>
              <a:rPr lang="en-US" dirty="0"/>
              <a:t> </a:t>
            </a:r>
            <a:r>
              <a:rPr lang="en-US" dirty="0" err="1"/>
              <a:t>devido</a:t>
            </a:r>
            <a:r>
              <a:rPr lang="en-US" dirty="0"/>
              <a:t> a </a:t>
            </a:r>
            <a:r>
              <a:rPr lang="en-US" dirty="0" err="1"/>
              <a:t>restrições</a:t>
            </a:r>
            <a:r>
              <a:rPr lang="en-US" dirty="0"/>
              <a:t> da rede, </a:t>
            </a:r>
            <a:r>
              <a:rPr lang="en-US" dirty="0" err="1"/>
              <a:t>controle</a:t>
            </a:r>
            <a:r>
              <a:rPr lang="en-US" dirty="0"/>
              <a:t> dos </a:t>
            </a:r>
            <a:r>
              <a:rPr lang="en-US" dirty="0" err="1"/>
              <a:t>inversores</a:t>
            </a:r>
            <a:r>
              <a:rPr lang="en-US" dirty="0"/>
              <a:t> </a:t>
            </a:r>
            <a:r>
              <a:rPr lang="en-US" dirty="0" err="1"/>
              <a:t>ou</a:t>
            </a:r>
            <a:r>
              <a:rPr lang="en-US" dirty="0"/>
              <a:t> </a:t>
            </a:r>
            <a:r>
              <a:rPr lang="en-US" dirty="0" err="1"/>
              <a:t>condições</a:t>
            </a:r>
            <a:r>
              <a:rPr lang="en-US" dirty="0"/>
              <a:t> </a:t>
            </a:r>
            <a:r>
              <a:rPr lang="en-US" dirty="0" err="1"/>
              <a:t>operacionais</a:t>
            </a:r>
            <a:r>
              <a:rPr lang="en-US" dirty="0"/>
              <a:t>.</a:t>
            </a:r>
          </a:p>
          <a:p>
            <a:r>
              <a:rPr lang="en-US" b="1" dirty="0"/>
              <a:t>Clipping do </a:t>
            </a:r>
            <a:r>
              <a:rPr lang="en-US" b="1" dirty="0" err="1"/>
              <a:t>inversor</a:t>
            </a:r>
            <a:r>
              <a:rPr lang="en-US" dirty="0"/>
              <a:t>: </a:t>
            </a:r>
            <a:r>
              <a:rPr lang="en-US" dirty="0" err="1"/>
              <a:t>Limitação</a:t>
            </a:r>
            <a:r>
              <a:rPr lang="en-US" dirty="0"/>
              <a:t> da </a:t>
            </a:r>
            <a:r>
              <a:rPr lang="en-US" dirty="0" err="1"/>
              <a:t>potência</a:t>
            </a:r>
            <a:r>
              <a:rPr lang="en-US" dirty="0"/>
              <a:t> AC </a:t>
            </a:r>
            <a:r>
              <a:rPr lang="en-US" dirty="0" err="1"/>
              <a:t>quando</a:t>
            </a:r>
            <a:r>
              <a:rPr lang="en-US" dirty="0"/>
              <a:t> a </a:t>
            </a:r>
            <a:r>
              <a:rPr lang="en-US" dirty="0" err="1"/>
              <a:t>potência</a:t>
            </a:r>
            <a:r>
              <a:rPr lang="en-US" dirty="0"/>
              <a:t> DC </a:t>
            </a:r>
            <a:r>
              <a:rPr lang="en-US" dirty="0" err="1"/>
              <a:t>disponível</a:t>
            </a:r>
            <a:r>
              <a:rPr lang="en-US" dirty="0"/>
              <a:t> </a:t>
            </a:r>
            <a:r>
              <a:rPr lang="en-US" dirty="0" err="1"/>
              <a:t>excede</a:t>
            </a:r>
            <a:r>
              <a:rPr lang="en-US" dirty="0"/>
              <a:t> a </a:t>
            </a:r>
            <a:r>
              <a:rPr lang="en-US" dirty="0" err="1"/>
              <a:t>capacidade</a:t>
            </a:r>
            <a:r>
              <a:rPr lang="en-US" dirty="0"/>
              <a:t> de </a:t>
            </a:r>
            <a:r>
              <a:rPr lang="en-US" dirty="0" err="1"/>
              <a:t>conversão</a:t>
            </a:r>
            <a:r>
              <a:rPr lang="en-US" dirty="0"/>
              <a:t> do </a:t>
            </a:r>
            <a:r>
              <a:rPr lang="en-US" dirty="0" err="1"/>
              <a:t>inversor</a:t>
            </a:r>
            <a:r>
              <a:rPr lang="en-US" dirty="0"/>
              <a:t>.</a:t>
            </a:r>
          </a:p>
        </p:txBody>
      </p:sp>
    </p:spTree>
    <p:extLst>
      <p:ext uri="{BB962C8B-B14F-4D97-AF65-F5344CB8AC3E}">
        <p14:creationId xmlns:p14="http://schemas.microsoft.com/office/powerpoint/2010/main" val="3515707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E37EB-53F1-2E3A-9615-3E40A1E568B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F14C029-737F-EBE1-6F3D-8282A45FD11A}"/>
              </a:ext>
            </a:extLst>
          </p:cNvPr>
          <p:cNvSpPr>
            <a:spLocks noGrp="1"/>
          </p:cNvSpPr>
          <p:nvPr>
            <p:ph type="title"/>
          </p:nvPr>
        </p:nvSpPr>
        <p:spPr>
          <a:xfrm>
            <a:off x="0" y="2897094"/>
            <a:ext cx="8675372" cy="531906"/>
          </a:xfrm>
        </p:spPr>
        <p:txBody>
          <a:bodyPr>
            <a:noAutofit/>
          </a:bodyPr>
          <a:lstStyle/>
          <a:p>
            <a:r>
              <a:rPr lang="en-US" sz="4400" dirty="0" err="1"/>
              <a:t>Comparando</a:t>
            </a:r>
            <a:r>
              <a:rPr lang="en-US" sz="4400" dirty="0"/>
              <a:t> Modelo vs </a:t>
            </a:r>
            <a:r>
              <a:rPr lang="en-US" sz="4400" dirty="0" err="1"/>
              <a:t>Medida</a:t>
            </a:r>
            <a:endParaRPr lang="en-US" sz="4400" dirty="0"/>
          </a:p>
        </p:txBody>
      </p:sp>
    </p:spTree>
    <p:extLst>
      <p:ext uri="{BB962C8B-B14F-4D97-AF65-F5344CB8AC3E}">
        <p14:creationId xmlns:p14="http://schemas.microsoft.com/office/powerpoint/2010/main" val="29852766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72C2A-C4DF-F0EA-CDD0-8C170507BF0F}"/>
              </a:ext>
            </a:extLst>
          </p:cNvPr>
          <p:cNvSpPr>
            <a:spLocks noGrp="1"/>
          </p:cNvSpPr>
          <p:nvPr>
            <p:ph type="title"/>
          </p:nvPr>
        </p:nvSpPr>
        <p:spPr>
          <a:xfrm>
            <a:off x="0" y="172944"/>
            <a:ext cx="8527774" cy="531906"/>
          </a:xfrm>
        </p:spPr>
        <p:txBody>
          <a:bodyPr>
            <a:normAutofit fontScale="90000"/>
          </a:bodyPr>
          <a:lstStyle/>
          <a:p>
            <a:r>
              <a:rPr lang="en-US" dirty="0"/>
              <a:t>Como </a:t>
            </a:r>
            <a:r>
              <a:rPr lang="en-US" dirty="0" err="1"/>
              <a:t>sabemos</a:t>
            </a:r>
            <a:r>
              <a:rPr lang="en-US" dirty="0"/>
              <a:t> se </a:t>
            </a:r>
            <a:r>
              <a:rPr lang="en-US" dirty="0" err="1"/>
              <a:t>nosso</a:t>
            </a:r>
            <a:r>
              <a:rPr lang="en-US" dirty="0"/>
              <a:t> </a:t>
            </a:r>
            <a:r>
              <a:rPr lang="en-US" dirty="0" err="1"/>
              <a:t>modelo</a:t>
            </a:r>
            <a:r>
              <a:rPr lang="en-US" dirty="0"/>
              <a:t> </a:t>
            </a:r>
            <a:r>
              <a:rPr lang="en-US" dirty="0" err="1"/>
              <a:t>representa</a:t>
            </a:r>
            <a:r>
              <a:rPr lang="en-US" dirty="0"/>
              <a:t> a </a:t>
            </a:r>
            <a:r>
              <a:rPr lang="en-US" dirty="0" err="1"/>
              <a:t>realidade</a:t>
            </a:r>
            <a:r>
              <a:rPr lang="en-US" dirty="0"/>
              <a:t>?</a:t>
            </a:r>
          </a:p>
        </p:txBody>
      </p:sp>
      <p:pic>
        <p:nvPicPr>
          <p:cNvPr id="5" name="Picture 4">
            <a:extLst>
              <a:ext uri="{FF2B5EF4-FFF2-40B4-BE49-F238E27FC236}">
                <a16:creationId xmlns:a16="http://schemas.microsoft.com/office/drawing/2014/main" id="{A93CF774-65AD-150B-6054-2F84EDAD5445}"/>
              </a:ext>
            </a:extLst>
          </p:cNvPr>
          <p:cNvPicPr>
            <a:picLocks noChangeAspect="1"/>
          </p:cNvPicPr>
          <p:nvPr/>
        </p:nvPicPr>
        <p:blipFill>
          <a:blip r:embed="rId2"/>
          <a:srcRect t="8261"/>
          <a:stretch>
            <a:fillRect/>
          </a:stretch>
        </p:blipFill>
        <p:spPr>
          <a:xfrm>
            <a:off x="1701248" y="810439"/>
            <a:ext cx="8789504" cy="6047561"/>
          </a:xfrm>
          <a:prstGeom prst="rect">
            <a:avLst/>
          </a:prstGeom>
        </p:spPr>
      </p:pic>
    </p:spTree>
    <p:extLst>
      <p:ext uri="{BB962C8B-B14F-4D97-AF65-F5344CB8AC3E}">
        <p14:creationId xmlns:p14="http://schemas.microsoft.com/office/powerpoint/2010/main" val="34843724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2B82C-2737-DCF2-649B-56C89CF46876}"/>
              </a:ext>
            </a:extLst>
          </p:cNvPr>
          <p:cNvSpPr>
            <a:spLocks noGrp="1"/>
          </p:cNvSpPr>
          <p:nvPr>
            <p:ph type="title"/>
          </p:nvPr>
        </p:nvSpPr>
        <p:spPr/>
        <p:txBody>
          <a:bodyPr>
            <a:normAutofit/>
          </a:bodyPr>
          <a:lstStyle/>
          <a:p>
            <a:r>
              <a:rPr lang="en-US" dirty="0" err="1"/>
              <a:t>Métricas</a:t>
            </a:r>
            <a:r>
              <a:rPr lang="en-US" dirty="0"/>
              <a:t> de </a:t>
            </a:r>
            <a:r>
              <a:rPr lang="en-US" dirty="0" err="1"/>
              <a:t>erro</a:t>
            </a:r>
            <a:r>
              <a:rPr lang="en-US" dirty="0"/>
              <a:t>: RMSE, MBE, MAE, </a:t>
            </a:r>
            <a:r>
              <a:rPr lang="en-US" dirty="0" err="1"/>
              <a:t>outras</a:t>
            </a:r>
            <a:endParaRPr lang="en-US" dirty="0"/>
          </a:p>
        </p:txBody>
      </p:sp>
      <p:pic>
        <p:nvPicPr>
          <p:cNvPr id="4" name="Picture 3">
            <a:extLst>
              <a:ext uri="{FF2B5EF4-FFF2-40B4-BE49-F238E27FC236}">
                <a16:creationId xmlns:a16="http://schemas.microsoft.com/office/drawing/2014/main" id="{DA77682F-0341-A02F-AAC4-461A233AF24D}"/>
              </a:ext>
            </a:extLst>
          </p:cNvPr>
          <p:cNvPicPr>
            <a:picLocks noChangeAspect="1"/>
          </p:cNvPicPr>
          <p:nvPr/>
        </p:nvPicPr>
        <p:blipFill>
          <a:blip r:embed="rId2"/>
          <a:stretch>
            <a:fillRect/>
          </a:stretch>
        </p:blipFill>
        <p:spPr>
          <a:xfrm>
            <a:off x="2017642" y="1087781"/>
            <a:ext cx="8536057" cy="5690705"/>
          </a:xfrm>
          <a:prstGeom prst="rect">
            <a:avLst/>
          </a:prstGeom>
        </p:spPr>
      </p:pic>
    </p:spTree>
    <p:extLst>
      <p:ext uri="{BB962C8B-B14F-4D97-AF65-F5344CB8AC3E}">
        <p14:creationId xmlns:p14="http://schemas.microsoft.com/office/powerpoint/2010/main" val="27884858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8BB58-569D-8BA7-C323-B4AB3FB1D871}"/>
              </a:ext>
            </a:extLst>
          </p:cNvPr>
          <p:cNvSpPr>
            <a:spLocks noGrp="1"/>
          </p:cNvSpPr>
          <p:nvPr>
            <p:ph type="title"/>
          </p:nvPr>
        </p:nvSpPr>
        <p:spPr/>
        <p:txBody>
          <a:bodyPr/>
          <a:lstStyle/>
          <a:p>
            <a:r>
              <a:rPr lang="en-US" dirty="0" err="1"/>
              <a:t>Métricas</a:t>
            </a:r>
            <a:r>
              <a:rPr lang="en-US" dirty="0"/>
              <a:t> de </a:t>
            </a:r>
            <a:r>
              <a:rPr lang="en-US" dirty="0" err="1"/>
              <a:t>erro</a:t>
            </a:r>
            <a:r>
              <a:rPr lang="en-US" dirty="0"/>
              <a:t>: RMSE, MBE, MAE, </a:t>
            </a:r>
            <a:r>
              <a:rPr lang="en-US" dirty="0" err="1"/>
              <a:t>outras</a:t>
            </a:r>
            <a:endParaRPr lang="en-US" dirty="0"/>
          </a:p>
        </p:txBody>
      </p:sp>
      <p:pic>
        <p:nvPicPr>
          <p:cNvPr id="4" name="Picture 3">
            <a:extLst>
              <a:ext uri="{FF2B5EF4-FFF2-40B4-BE49-F238E27FC236}">
                <a16:creationId xmlns:a16="http://schemas.microsoft.com/office/drawing/2014/main" id="{E1BBECEE-8F41-3BD3-32F7-94BAE4E5E770}"/>
              </a:ext>
            </a:extLst>
          </p:cNvPr>
          <p:cNvPicPr>
            <a:picLocks noChangeAspect="1"/>
          </p:cNvPicPr>
          <p:nvPr/>
        </p:nvPicPr>
        <p:blipFill>
          <a:blip r:embed="rId2"/>
          <a:stretch>
            <a:fillRect/>
          </a:stretch>
        </p:blipFill>
        <p:spPr>
          <a:xfrm>
            <a:off x="203752" y="792808"/>
            <a:ext cx="11784496" cy="5892248"/>
          </a:xfrm>
          <a:prstGeom prst="rect">
            <a:avLst/>
          </a:prstGeom>
        </p:spPr>
      </p:pic>
      <p:sp>
        <p:nvSpPr>
          <p:cNvPr id="6" name="TextBox 5">
            <a:extLst>
              <a:ext uri="{FF2B5EF4-FFF2-40B4-BE49-F238E27FC236}">
                <a16:creationId xmlns:a16="http://schemas.microsoft.com/office/drawing/2014/main" id="{3A416050-484F-61A3-7C13-AEBE021A3408}"/>
              </a:ext>
            </a:extLst>
          </p:cNvPr>
          <p:cNvSpPr txBox="1"/>
          <p:nvPr/>
        </p:nvSpPr>
        <p:spPr>
          <a:xfrm>
            <a:off x="2107095" y="6211669"/>
            <a:ext cx="8597348" cy="646331"/>
          </a:xfrm>
          <a:prstGeom prst="rect">
            <a:avLst/>
          </a:prstGeom>
          <a:noFill/>
        </p:spPr>
        <p:txBody>
          <a:bodyPr wrap="square">
            <a:spAutoFit/>
          </a:bodyPr>
          <a:lstStyle/>
          <a:p>
            <a:pPr>
              <a:buNone/>
            </a:pPr>
            <a:r>
              <a:rPr lang="en-US" dirty="0" err="1"/>
              <a:t>Atenção</a:t>
            </a:r>
            <a:r>
              <a:rPr lang="en-US" dirty="0"/>
              <a:t>: MBE </a:t>
            </a:r>
            <a:r>
              <a:rPr lang="en-US" dirty="0" err="1"/>
              <a:t>pode</a:t>
            </a:r>
            <a:r>
              <a:rPr lang="en-US" dirty="0"/>
              <a:t> ser </a:t>
            </a:r>
            <a:r>
              <a:rPr lang="en-US" dirty="0" err="1"/>
              <a:t>próximo</a:t>
            </a:r>
            <a:r>
              <a:rPr lang="en-US" dirty="0"/>
              <a:t> de zero </a:t>
            </a:r>
            <a:r>
              <a:rPr lang="en-US" dirty="0" err="1"/>
              <a:t>mesmo</a:t>
            </a:r>
            <a:r>
              <a:rPr lang="en-US" dirty="0"/>
              <a:t> com </a:t>
            </a:r>
            <a:r>
              <a:rPr lang="en-US" dirty="0" err="1"/>
              <a:t>grandes</a:t>
            </a:r>
            <a:r>
              <a:rPr lang="en-US" dirty="0"/>
              <a:t> </a:t>
            </a:r>
            <a:r>
              <a:rPr lang="en-US" dirty="0" err="1"/>
              <a:t>diferenças</a:t>
            </a:r>
            <a:r>
              <a:rPr lang="en-US" dirty="0"/>
              <a:t> </a:t>
            </a:r>
            <a:r>
              <a:rPr lang="en-US" dirty="0" err="1"/>
              <a:t>positivas</a:t>
            </a:r>
            <a:r>
              <a:rPr lang="en-US" dirty="0"/>
              <a:t> e </a:t>
            </a:r>
            <a:r>
              <a:rPr lang="en-US" dirty="0" err="1"/>
              <a:t>negativas</a:t>
            </a:r>
            <a:r>
              <a:rPr lang="en-US" dirty="0"/>
              <a:t>. Por </a:t>
            </a:r>
            <a:r>
              <a:rPr lang="en-US" dirty="0" err="1"/>
              <a:t>isso</a:t>
            </a:r>
            <a:r>
              <a:rPr lang="en-US" dirty="0"/>
              <a:t>, </a:t>
            </a:r>
            <a:r>
              <a:rPr lang="en-US" dirty="0" err="1"/>
              <a:t>devemos</a:t>
            </a:r>
            <a:r>
              <a:rPr lang="en-US" dirty="0"/>
              <a:t> </a:t>
            </a:r>
            <a:r>
              <a:rPr lang="en-US" dirty="0" err="1"/>
              <a:t>analisar</a:t>
            </a:r>
            <a:r>
              <a:rPr lang="en-US" dirty="0"/>
              <a:t> MBE e RMSE </a:t>
            </a:r>
            <a:r>
              <a:rPr lang="en-US" dirty="0" err="1"/>
              <a:t>em</a:t>
            </a:r>
            <a:r>
              <a:rPr lang="en-US" dirty="0"/>
              <a:t> conjunto.</a:t>
            </a:r>
          </a:p>
        </p:txBody>
      </p:sp>
    </p:spTree>
    <p:extLst>
      <p:ext uri="{BB962C8B-B14F-4D97-AF65-F5344CB8AC3E}">
        <p14:creationId xmlns:p14="http://schemas.microsoft.com/office/powerpoint/2010/main" val="19723038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99F5B-8C4B-1D51-B604-0D6F518597BE}"/>
              </a:ext>
            </a:extLst>
          </p:cNvPr>
          <p:cNvSpPr>
            <a:spLocks noGrp="1"/>
          </p:cNvSpPr>
          <p:nvPr>
            <p:ph type="title"/>
          </p:nvPr>
        </p:nvSpPr>
        <p:spPr/>
        <p:txBody>
          <a:bodyPr>
            <a:normAutofit fontScale="90000"/>
          </a:bodyPr>
          <a:lstStyle/>
          <a:p>
            <a:r>
              <a:rPr lang="en-US" dirty="0" err="1"/>
              <a:t>Métricas</a:t>
            </a:r>
            <a:r>
              <a:rPr lang="en-US" dirty="0"/>
              <a:t> de </a:t>
            </a:r>
            <a:r>
              <a:rPr lang="en-US" dirty="0" err="1"/>
              <a:t>erro</a:t>
            </a:r>
            <a:r>
              <a:rPr lang="en-US" dirty="0"/>
              <a:t>: RMSE, MBE e </a:t>
            </a:r>
            <a:r>
              <a:rPr lang="en-US" dirty="0" err="1"/>
              <a:t>versões</a:t>
            </a:r>
            <a:r>
              <a:rPr lang="en-US" dirty="0"/>
              <a:t> </a:t>
            </a:r>
            <a:r>
              <a:rPr lang="en-US" dirty="0" err="1"/>
              <a:t>normalizadas</a:t>
            </a:r>
            <a:endParaRPr lang="en-US" dirty="0"/>
          </a:p>
        </p:txBody>
      </p:sp>
      <p:graphicFrame>
        <p:nvGraphicFramePr>
          <p:cNvPr id="3" name="Table 2">
            <a:extLst>
              <a:ext uri="{FF2B5EF4-FFF2-40B4-BE49-F238E27FC236}">
                <a16:creationId xmlns:a16="http://schemas.microsoft.com/office/drawing/2014/main" id="{4616621C-6035-C062-53B6-32BAEB505D14}"/>
              </a:ext>
            </a:extLst>
          </p:cNvPr>
          <p:cNvGraphicFramePr>
            <a:graphicFrameLocks noGrp="1"/>
          </p:cNvGraphicFramePr>
          <p:nvPr>
            <p:extLst>
              <p:ext uri="{D42A27DB-BD31-4B8C-83A1-F6EECF244321}">
                <p14:modId xmlns:p14="http://schemas.microsoft.com/office/powerpoint/2010/main" val="1684550191"/>
              </p:ext>
            </p:extLst>
          </p:nvPr>
        </p:nvGraphicFramePr>
        <p:xfrm>
          <a:off x="609600" y="1848188"/>
          <a:ext cx="10972800" cy="3566160"/>
        </p:xfrm>
        <a:graphic>
          <a:graphicData uri="http://schemas.openxmlformats.org/drawingml/2006/table">
            <a:tbl>
              <a:tblPr>
                <a:tableStyleId>{5C22544A-7EE6-4342-B048-85BDC9FD1C3A}</a:tableStyleId>
              </a:tblPr>
              <a:tblGrid>
                <a:gridCol w="3657600">
                  <a:extLst>
                    <a:ext uri="{9D8B030D-6E8A-4147-A177-3AD203B41FA5}">
                      <a16:colId xmlns:a16="http://schemas.microsoft.com/office/drawing/2014/main" val="1731727736"/>
                    </a:ext>
                  </a:extLst>
                </a:gridCol>
                <a:gridCol w="3657600">
                  <a:extLst>
                    <a:ext uri="{9D8B030D-6E8A-4147-A177-3AD203B41FA5}">
                      <a16:colId xmlns:a16="http://schemas.microsoft.com/office/drawing/2014/main" val="3774714601"/>
                    </a:ext>
                  </a:extLst>
                </a:gridCol>
                <a:gridCol w="3657600">
                  <a:extLst>
                    <a:ext uri="{9D8B030D-6E8A-4147-A177-3AD203B41FA5}">
                      <a16:colId xmlns:a16="http://schemas.microsoft.com/office/drawing/2014/main" val="322348135"/>
                    </a:ext>
                  </a:extLst>
                </a:gridCol>
              </a:tblGrid>
              <a:tr h="0">
                <a:tc>
                  <a:txBody>
                    <a:bodyPr/>
                    <a:lstStyle/>
                    <a:p>
                      <a:pPr>
                        <a:buNone/>
                      </a:pPr>
                      <a:r>
                        <a:rPr lang="en-US"/>
                        <a:t>Métrica</a:t>
                      </a:r>
                    </a:p>
                  </a:txBody>
                  <a:tcPr anchor="ctr"/>
                </a:tc>
                <a:tc>
                  <a:txBody>
                    <a:bodyPr/>
                    <a:lstStyle/>
                    <a:p>
                      <a:pPr>
                        <a:buNone/>
                      </a:pPr>
                      <a:r>
                        <a:rPr lang="en-US"/>
                        <a:t>O que mede?</a:t>
                      </a:r>
                    </a:p>
                  </a:txBody>
                  <a:tcPr anchor="ctr"/>
                </a:tc>
                <a:tc>
                  <a:txBody>
                    <a:bodyPr/>
                    <a:lstStyle/>
                    <a:p>
                      <a:pPr>
                        <a:buNone/>
                      </a:pPr>
                      <a:r>
                        <a:rPr lang="en-US"/>
                        <a:t>Quando usar?</a:t>
                      </a:r>
                    </a:p>
                  </a:txBody>
                  <a:tcPr anchor="ctr"/>
                </a:tc>
                <a:extLst>
                  <a:ext uri="{0D108BD9-81ED-4DB2-BD59-A6C34878D82A}">
                    <a16:rowId xmlns:a16="http://schemas.microsoft.com/office/drawing/2014/main" val="2278814575"/>
                  </a:ext>
                </a:extLst>
              </a:tr>
              <a:tr h="0">
                <a:tc>
                  <a:txBody>
                    <a:bodyPr/>
                    <a:lstStyle/>
                    <a:p>
                      <a:pPr>
                        <a:buNone/>
                      </a:pPr>
                      <a:r>
                        <a:rPr lang="en-US"/>
                        <a:t>MBE (Mean Bias Error)</a:t>
                      </a:r>
                    </a:p>
                  </a:txBody>
                  <a:tcPr anchor="ctr"/>
                </a:tc>
                <a:tc>
                  <a:txBody>
                    <a:bodyPr/>
                    <a:lstStyle/>
                    <a:p>
                      <a:pPr>
                        <a:buNone/>
                      </a:pPr>
                      <a:r>
                        <a:rPr lang="en-US"/>
                        <a:t>Erro médio com sinal: tendência de superestimar ou subestimar</a:t>
                      </a:r>
                    </a:p>
                  </a:txBody>
                  <a:tcPr anchor="ctr"/>
                </a:tc>
                <a:tc>
                  <a:txBody>
                    <a:bodyPr/>
                    <a:lstStyle/>
                    <a:p>
                      <a:pPr>
                        <a:buNone/>
                      </a:pPr>
                      <a:r>
                        <a:rPr lang="en-US"/>
                        <a:t>Identificar viés sistemático</a:t>
                      </a:r>
                    </a:p>
                  </a:txBody>
                  <a:tcPr anchor="ctr"/>
                </a:tc>
                <a:extLst>
                  <a:ext uri="{0D108BD9-81ED-4DB2-BD59-A6C34878D82A}">
                    <a16:rowId xmlns:a16="http://schemas.microsoft.com/office/drawing/2014/main" val="3460446472"/>
                  </a:ext>
                </a:extLst>
              </a:tr>
              <a:tr h="0">
                <a:tc>
                  <a:txBody>
                    <a:bodyPr/>
                    <a:lstStyle/>
                    <a:p>
                      <a:pPr>
                        <a:buNone/>
                      </a:pPr>
                      <a:r>
                        <a:rPr lang="en-US"/>
                        <a:t>RMSE (Root Mean Square Error)</a:t>
                      </a:r>
                    </a:p>
                  </a:txBody>
                  <a:tcPr anchor="ctr"/>
                </a:tc>
                <a:tc>
                  <a:txBody>
                    <a:bodyPr/>
                    <a:lstStyle/>
                    <a:p>
                      <a:pPr>
                        <a:buNone/>
                      </a:pPr>
                      <a:r>
                        <a:rPr lang="en-US" dirty="0"/>
                        <a:t>Magnitude dos </a:t>
                      </a:r>
                      <a:r>
                        <a:rPr lang="en-US" dirty="0" err="1"/>
                        <a:t>erros</a:t>
                      </a:r>
                      <a:r>
                        <a:rPr lang="en-US" dirty="0"/>
                        <a:t>, com </a:t>
                      </a:r>
                      <a:r>
                        <a:rPr lang="en-US" dirty="0" err="1"/>
                        <a:t>maior</a:t>
                      </a:r>
                      <a:r>
                        <a:rPr lang="en-US" dirty="0"/>
                        <a:t> </a:t>
                      </a:r>
                      <a:r>
                        <a:rPr lang="en-US" dirty="0" err="1"/>
                        <a:t>penalização</a:t>
                      </a:r>
                      <a:r>
                        <a:rPr lang="en-US" dirty="0"/>
                        <a:t> de </a:t>
                      </a:r>
                      <a:r>
                        <a:rPr lang="en-US" dirty="0" err="1"/>
                        <a:t>diferenças</a:t>
                      </a:r>
                      <a:r>
                        <a:rPr lang="en-US" dirty="0"/>
                        <a:t> </a:t>
                      </a:r>
                      <a:r>
                        <a:rPr lang="en-US" dirty="0" err="1"/>
                        <a:t>grandes</a:t>
                      </a:r>
                      <a:endParaRPr lang="en-US" dirty="0"/>
                    </a:p>
                  </a:txBody>
                  <a:tcPr anchor="ctr"/>
                </a:tc>
                <a:tc>
                  <a:txBody>
                    <a:bodyPr/>
                    <a:lstStyle/>
                    <a:p>
                      <a:pPr>
                        <a:buNone/>
                      </a:pPr>
                      <a:r>
                        <a:rPr lang="en-US"/>
                        <a:t>Avaliar dispersão e erros horários</a:t>
                      </a:r>
                    </a:p>
                  </a:txBody>
                  <a:tcPr anchor="ctr"/>
                </a:tc>
                <a:extLst>
                  <a:ext uri="{0D108BD9-81ED-4DB2-BD59-A6C34878D82A}">
                    <a16:rowId xmlns:a16="http://schemas.microsoft.com/office/drawing/2014/main" val="801735975"/>
                  </a:ext>
                </a:extLst>
              </a:tr>
              <a:tr h="0">
                <a:tc>
                  <a:txBody>
                    <a:bodyPr/>
                    <a:lstStyle/>
                    <a:p>
                      <a:pPr>
                        <a:buNone/>
                      </a:pPr>
                      <a:r>
                        <a:rPr lang="en-US"/>
                        <a:t>nMBE</a:t>
                      </a:r>
                    </a:p>
                  </a:txBody>
                  <a:tcPr anchor="ctr"/>
                </a:tc>
                <a:tc>
                  <a:txBody>
                    <a:bodyPr/>
                    <a:lstStyle/>
                    <a:p>
                      <a:pPr>
                        <a:buNone/>
                      </a:pPr>
                      <a:r>
                        <a:rPr lang="en-US" dirty="0"/>
                        <a:t>MBE </a:t>
                      </a:r>
                      <a:r>
                        <a:rPr lang="en-US" dirty="0" err="1"/>
                        <a:t>normalizado</a:t>
                      </a:r>
                      <a:r>
                        <a:rPr lang="en-US" dirty="0"/>
                        <a:t> </a:t>
                      </a:r>
                      <a:r>
                        <a:rPr lang="en-US" dirty="0" err="1"/>
                        <a:t>por</a:t>
                      </a:r>
                      <a:r>
                        <a:rPr lang="en-US" dirty="0"/>
                        <a:t> </a:t>
                      </a:r>
                      <a:r>
                        <a:rPr lang="en-US" dirty="0" err="1"/>
                        <a:t>uma</a:t>
                      </a:r>
                      <a:r>
                        <a:rPr lang="en-US" dirty="0"/>
                        <a:t> </a:t>
                      </a:r>
                      <a:r>
                        <a:rPr lang="en-US" dirty="0" err="1"/>
                        <a:t>referência</a:t>
                      </a:r>
                      <a:r>
                        <a:rPr lang="en-US" dirty="0"/>
                        <a:t>, </a:t>
                      </a:r>
                      <a:r>
                        <a:rPr lang="en-US" dirty="0" err="1"/>
                        <a:t>em</a:t>
                      </a:r>
                      <a:r>
                        <a:rPr lang="en-US" dirty="0"/>
                        <a:t> %</a:t>
                      </a:r>
                    </a:p>
                  </a:txBody>
                  <a:tcPr anchor="ctr"/>
                </a:tc>
                <a:tc>
                  <a:txBody>
                    <a:bodyPr/>
                    <a:lstStyle/>
                    <a:p>
                      <a:pPr>
                        <a:buNone/>
                      </a:pPr>
                      <a:r>
                        <a:rPr lang="en-US"/>
                        <a:t>Comparar viés entre sistemas ou períodos</a:t>
                      </a:r>
                    </a:p>
                  </a:txBody>
                  <a:tcPr anchor="ctr"/>
                </a:tc>
                <a:extLst>
                  <a:ext uri="{0D108BD9-81ED-4DB2-BD59-A6C34878D82A}">
                    <a16:rowId xmlns:a16="http://schemas.microsoft.com/office/drawing/2014/main" val="1231065298"/>
                  </a:ext>
                </a:extLst>
              </a:tr>
              <a:tr h="0">
                <a:tc>
                  <a:txBody>
                    <a:bodyPr/>
                    <a:lstStyle/>
                    <a:p>
                      <a:pPr>
                        <a:buNone/>
                      </a:pPr>
                      <a:r>
                        <a:rPr lang="en-US"/>
                        <a:t>nRMSE</a:t>
                      </a:r>
                    </a:p>
                  </a:txBody>
                  <a:tcPr anchor="ctr"/>
                </a:tc>
                <a:tc>
                  <a:txBody>
                    <a:bodyPr/>
                    <a:lstStyle/>
                    <a:p>
                      <a:pPr>
                        <a:buNone/>
                      </a:pPr>
                      <a:r>
                        <a:rPr lang="en-US"/>
                        <a:t>RMSE normalizado por uma referência, em %</a:t>
                      </a:r>
                    </a:p>
                  </a:txBody>
                  <a:tcPr anchor="ctr"/>
                </a:tc>
                <a:tc>
                  <a:txBody>
                    <a:bodyPr/>
                    <a:lstStyle/>
                    <a:p>
                      <a:pPr>
                        <a:buNone/>
                      </a:pPr>
                      <a:r>
                        <a:rPr lang="en-US"/>
                        <a:t>Comparar magnitude dos erros em diferentes escalas</a:t>
                      </a:r>
                    </a:p>
                  </a:txBody>
                  <a:tcPr anchor="ctr"/>
                </a:tc>
                <a:extLst>
                  <a:ext uri="{0D108BD9-81ED-4DB2-BD59-A6C34878D82A}">
                    <a16:rowId xmlns:a16="http://schemas.microsoft.com/office/drawing/2014/main" val="571795230"/>
                  </a:ext>
                </a:extLst>
              </a:tr>
              <a:tr h="0">
                <a:tc>
                  <a:txBody>
                    <a:bodyPr/>
                    <a:lstStyle/>
                    <a:p>
                      <a:pPr>
                        <a:buNone/>
                      </a:pPr>
                      <a:r>
                        <a:rPr lang="en-US"/>
                        <a:t>MAE (Mean Absolute Error)</a:t>
                      </a:r>
                    </a:p>
                  </a:txBody>
                  <a:tcPr anchor="ctr"/>
                </a:tc>
                <a:tc>
                  <a:txBody>
                    <a:bodyPr/>
                    <a:lstStyle/>
                    <a:p>
                      <a:pPr>
                        <a:buNone/>
                      </a:pPr>
                      <a:r>
                        <a:rPr lang="en-US"/>
                        <a:t>Média dos erros absolutos</a:t>
                      </a:r>
                    </a:p>
                  </a:txBody>
                  <a:tcPr anchor="ctr"/>
                </a:tc>
                <a:tc>
                  <a:txBody>
                    <a:bodyPr/>
                    <a:lstStyle/>
                    <a:p>
                      <a:pPr>
                        <a:buNone/>
                      </a:pPr>
                      <a:r>
                        <a:rPr lang="en-US" dirty="0" err="1"/>
                        <a:t>Medir</a:t>
                      </a:r>
                      <a:r>
                        <a:rPr lang="en-US" dirty="0"/>
                        <a:t> </a:t>
                      </a:r>
                      <a:r>
                        <a:rPr lang="en-US" dirty="0" err="1"/>
                        <a:t>erro</a:t>
                      </a:r>
                      <a:r>
                        <a:rPr lang="en-US" dirty="0"/>
                        <a:t> </a:t>
                      </a:r>
                      <a:r>
                        <a:rPr lang="en-US" dirty="0" err="1"/>
                        <a:t>típico</a:t>
                      </a:r>
                      <a:r>
                        <a:rPr lang="en-US" dirty="0"/>
                        <a:t>, com </a:t>
                      </a:r>
                      <a:r>
                        <a:rPr lang="en-US" dirty="0" err="1"/>
                        <a:t>menor</a:t>
                      </a:r>
                      <a:r>
                        <a:rPr lang="en-US" dirty="0"/>
                        <a:t> </a:t>
                      </a:r>
                      <a:r>
                        <a:rPr lang="en-US" dirty="0" err="1"/>
                        <a:t>sensibilidade</a:t>
                      </a:r>
                      <a:r>
                        <a:rPr lang="en-US" dirty="0"/>
                        <a:t> a </a:t>
                      </a:r>
                      <a:r>
                        <a:rPr lang="en-US" dirty="0" err="1"/>
                        <a:t>extremos</a:t>
                      </a:r>
                      <a:r>
                        <a:rPr lang="en-US" dirty="0"/>
                        <a:t> </a:t>
                      </a:r>
                      <a:r>
                        <a:rPr lang="en-US" dirty="0" err="1"/>
                        <a:t>que</a:t>
                      </a:r>
                      <a:r>
                        <a:rPr lang="en-US" dirty="0"/>
                        <a:t> RMSE</a:t>
                      </a:r>
                    </a:p>
                  </a:txBody>
                  <a:tcPr anchor="ctr"/>
                </a:tc>
                <a:extLst>
                  <a:ext uri="{0D108BD9-81ED-4DB2-BD59-A6C34878D82A}">
                    <a16:rowId xmlns:a16="http://schemas.microsoft.com/office/drawing/2014/main" val="1639941126"/>
                  </a:ext>
                </a:extLst>
              </a:tr>
            </a:tbl>
          </a:graphicData>
        </a:graphic>
      </p:graphicFrame>
    </p:spTree>
    <p:extLst>
      <p:ext uri="{BB962C8B-B14F-4D97-AF65-F5344CB8AC3E}">
        <p14:creationId xmlns:p14="http://schemas.microsoft.com/office/powerpoint/2010/main" val="8025035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0728F-5E90-76D7-6644-480EBF4596B0}"/>
              </a:ext>
            </a:extLst>
          </p:cNvPr>
          <p:cNvSpPr>
            <a:spLocks noGrp="1"/>
          </p:cNvSpPr>
          <p:nvPr>
            <p:ph type="title"/>
          </p:nvPr>
        </p:nvSpPr>
        <p:spPr/>
        <p:txBody>
          <a:bodyPr>
            <a:normAutofit fontScale="90000"/>
          </a:bodyPr>
          <a:lstStyle/>
          <a:p>
            <a:r>
              <a:rPr lang="en-US" dirty="0"/>
              <a:t>Qual </a:t>
            </a:r>
            <a:r>
              <a:rPr lang="en-US" dirty="0" err="1"/>
              <a:t>métrica</a:t>
            </a:r>
            <a:r>
              <a:rPr lang="en-US" dirty="0"/>
              <a:t> usar? </a:t>
            </a:r>
            <a:r>
              <a:rPr lang="en-US" dirty="0" err="1"/>
              <a:t>Depende</a:t>
            </a:r>
            <a:r>
              <a:rPr lang="en-US" dirty="0"/>
              <a:t> da </a:t>
            </a:r>
            <a:r>
              <a:rPr lang="en-US" dirty="0" err="1"/>
              <a:t>pergunta</a:t>
            </a:r>
            <a:r>
              <a:rPr lang="en-US" dirty="0"/>
              <a:t>!</a:t>
            </a:r>
            <a:br>
              <a:rPr lang="en-US" dirty="0"/>
            </a:br>
            <a:endParaRPr lang="en-US" dirty="0"/>
          </a:p>
        </p:txBody>
      </p:sp>
      <p:sp>
        <p:nvSpPr>
          <p:cNvPr id="4" name="TextBox 3">
            <a:extLst>
              <a:ext uri="{FF2B5EF4-FFF2-40B4-BE49-F238E27FC236}">
                <a16:creationId xmlns:a16="http://schemas.microsoft.com/office/drawing/2014/main" id="{6BF473F4-3CA1-2DD2-D487-55260ADA0FB8}"/>
              </a:ext>
            </a:extLst>
          </p:cNvPr>
          <p:cNvSpPr txBox="1"/>
          <p:nvPr/>
        </p:nvSpPr>
        <p:spPr>
          <a:xfrm>
            <a:off x="685800" y="1667471"/>
            <a:ext cx="10366513" cy="3785652"/>
          </a:xfrm>
          <a:prstGeom prst="rect">
            <a:avLst/>
          </a:prstGeom>
          <a:noFill/>
        </p:spPr>
        <p:txBody>
          <a:bodyPr wrap="square">
            <a:spAutoFit/>
          </a:bodyPr>
          <a:lstStyle/>
          <a:p>
            <a:pPr marL="342900" indent="-342900">
              <a:buFont typeface="Arial" panose="020B0604020202020204" pitchFamily="34" charset="0"/>
              <a:buChar char="•"/>
            </a:pPr>
            <a:r>
              <a:rPr lang="en-US" sz="2400" b="1" dirty="0"/>
              <a:t>Quero saber se o </a:t>
            </a:r>
            <a:r>
              <a:rPr lang="en-US" sz="2400" b="1" dirty="0" err="1"/>
              <a:t>modelo</a:t>
            </a:r>
            <a:r>
              <a:rPr lang="en-US" sz="2400" b="1" dirty="0"/>
              <a:t> </a:t>
            </a:r>
            <a:r>
              <a:rPr lang="en-US" sz="2400" b="1" dirty="0" err="1"/>
              <a:t>superestima</a:t>
            </a:r>
            <a:r>
              <a:rPr lang="en-US" sz="2400" b="1" dirty="0"/>
              <a:t> a </a:t>
            </a:r>
            <a:r>
              <a:rPr lang="en-US" sz="2400" b="1" dirty="0" err="1"/>
              <a:t>produção</a:t>
            </a:r>
            <a:r>
              <a:rPr lang="en-US" sz="2400" dirty="0"/>
              <a:t>: MBE / </a:t>
            </a:r>
            <a:r>
              <a:rPr lang="en-US" sz="2400" dirty="0" err="1"/>
              <a:t>nMBE</a:t>
            </a:r>
            <a:r>
              <a:rPr lang="en-US" sz="2400" dirty="0"/>
              <a:t>.</a:t>
            </a:r>
          </a:p>
          <a:p>
            <a:pPr marL="342900" indent="-342900">
              <a:buFont typeface="Arial" panose="020B0604020202020204" pitchFamily="34" charset="0"/>
              <a:buChar char="•"/>
            </a:pPr>
            <a:r>
              <a:rPr lang="en-US" sz="2400" b="1" dirty="0"/>
              <a:t>Quero </a:t>
            </a:r>
            <a:r>
              <a:rPr lang="en-US" sz="2400" b="1" dirty="0" err="1"/>
              <a:t>avaliar</a:t>
            </a:r>
            <a:r>
              <a:rPr lang="en-US" sz="2400" b="1" dirty="0"/>
              <a:t> a </a:t>
            </a:r>
            <a:r>
              <a:rPr lang="en-US" sz="2400" b="1" dirty="0" err="1"/>
              <a:t>precisão</a:t>
            </a:r>
            <a:r>
              <a:rPr lang="en-US" sz="2400" b="1" dirty="0"/>
              <a:t> </a:t>
            </a:r>
            <a:r>
              <a:rPr lang="en-US" sz="2400" b="1" dirty="0" err="1"/>
              <a:t>horária</a:t>
            </a:r>
            <a:r>
              <a:rPr lang="en-US" sz="2400" dirty="0"/>
              <a:t>: RMSE, MAE e </a:t>
            </a:r>
            <a:r>
              <a:rPr lang="en-US" sz="2400" dirty="0" err="1"/>
              <a:t>nRMSE</a:t>
            </a:r>
            <a:r>
              <a:rPr lang="en-US" sz="2400" dirty="0"/>
              <a:t>.</a:t>
            </a:r>
          </a:p>
          <a:p>
            <a:pPr marL="342900" indent="-342900">
              <a:buFont typeface="Arial" panose="020B0604020202020204" pitchFamily="34" charset="0"/>
              <a:buChar char="•"/>
            </a:pPr>
            <a:r>
              <a:rPr lang="en-US" sz="2400" b="1" dirty="0"/>
              <a:t>Quero </a:t>
            </a:r>
            <a:r>
              <a:rPr lang="en-US" sz="2400" b="1" dirty="0" err="1"/>
              <a:t>comparar</a:t>
            </a:r>
            <a:r>
              <a:rPr lang="en-US" sz="2400" b="1" dirty="0"/>
              <a:t> </a:t>
            </a:r>
            <a:r>
              <a:rPr lang="en-US" sz="2400" b="1" dirty="0" err="1"/>
              <a:t>sistemas</a:t>
            </a:r>
            <a:r>
              <a:rPr lang="en-US" sz="2400" b="1" dirty="0"/>
              <a:t> de </a:t>
            </a:r>
            <a:r>
              <a:rPr lang="en-US" sz="2400" b="1" dirty="0" err="1"/>
              <a:t>tamanhos</a:t>
            </a:r>
            <a:r>
              <a:rPr lang="en-US" sz="2400" b="1" dirty="0"/>
              <a:t> </a:t>
            </a:r>
            <a:r>
              <a:rPr lang="en-US" sz="2400" b="1" dirty="0" err="1"/>
              <a:t>diferentes</a:t>
            </a:r>
            <a:r>
              <a:rPr lang="en-US" sz="2400" dirty="0"/>
              <a:t>: </a:t>
            </a:r>
            <a:r>
              <a:rPr lang="en-US" sz="2400" dirty="0" err="1"/>
              <a:t>métricas</a:t>
            </a:r>
            <a:r>
              <a:rPr lang="en-US" sz="2400" dirty="0"/>
              <a:t> </a:t>
            </a:r>
            <a:r>
              <a:rPr lang="en-US" sz="2400" dirty="0" err="1"/>
              <a:t>normalizadas</a:t>
            </a:r>
            <a:r>
              <a:rPr lang="en-US" sz="2400" dirty="0"/>
              <a:t>, com a </a:t>
            </a:r>
            <a:r>
              <a:rPr lang="en-US" sz="2400" dirty="0" err="1"/>
              <a:t>mesma</a:t>
            </a:r>
            <a:r>
              <a:rPr lang="en-US" sz="2400" dirty="0"/>
              <a:t> </a:t>
            </a:r>
            <a:r>
              <a:rPr lang="en-US" sz="2400" dirty="0" err="1"/>
              <a:t>referência</a:t>
            </a:r>
            <a:r>
              <a:rPr lang="en-US" sz="2400" dirty="0"/>
              <a:t> de </a:t>
            </a:r>
            <a:r>
              <a:rPr lang="en-US" sz="2400" dirty="0" err="1"/>
              <a:t>normalização</a:t>
            </a:r>
            <a:r>
              <a:rPr lang="en-US" sz="2400" dirty="0"/>
              <a:t>.</a:t>
            </a:r>
          </a:p>
          <a:p>
            <a:pPr marL="342900" indent="-342900">
              <a:buFont typeface="Arial" panose="020B0604020202020204" pitchFamily="34" charset="0"/>
              <a:buChar char="•"/>
            </a:pPr>
            <a:r>
              <a:rPr lang="en-US" sz="2400" b="1" dirty="0"/>
              <a:t>Quero </a:t>
            </a:r>
            <a:r>
              <a:rPr lang="en-US" sz="2400" b="1" dirty="0" err="1"/>
              <a:t>avaliar</a:t>
            </a:r>
            <a:r>
              <a:rPr lang="en-US" sz="2400" b="1" dirty="0"/>
              <a:t> a </a:t>
            </a:r>
            <a:r>
              <a:rPr lang="en-US" sz="2400" b="1" dirty="0" err="1"/>
              <a:t>produção</a:t>
            </a:r>
            <a:r>
              <a:rPr lang="en-US" sz="2400" b="1" dirty="0"/>
              <a:t> </a:t>
            </a:r>
            <a:r>
              <a:rPr lang="en-US" sz="2400" b="1" dirty="0" err="1"/>
              <a:t>energética</a:t>
            </a:r>
            <a:r>
              <a:rPr lang="en-US" sz="2400" b="1" dirty="0"/>
              <a:t> </a:t>
            </a:r>
            <a:r>
              <a:rPr lang="en-US" sz="2400" b="1" dirty="0" err="1"/>
              <a:t>anual</a:t>
            </a:r>
            <a:r>
              <a:rPr lang="en-US" sz="2400" dirty="0"/>
              <a:t>: </a:t>
            </a:r>
            <a:r>
              <a:rPr lang="en-US" sz="2400" dirty="0" err="1"/>
              <a:t>diferença</a:t>
            </a:r>
            <a:r>
              <a:rPr lang="en-US" sz="2400" dirty="0"/>
              <a:t> percentual entre </a:t>
            </a:r>
            <a:r>
              <a:rPr lang="en-US" sz="2400" dirty="0" err="1"/>
              <a:t>energia</a:t>
            </a:r>
            <a:r>
              <a:rPr lang="en-US" sz="2400" dirty="0"/>
              <a:t> </a:t>
            </a:r>
            <a:r>
              <a:rPr lang="en-US" sz="2400" dirty="0" err="1"/>
              <a:t>simulada</a:t>
            </a:r>
            <a:r>
              <a:rPr lang="en-US" sz="2400" dirty="0"/>
              <a:t> e </a:t>
            </a:r>
            <a:r>
              <a:rPr lang="en-US" sz="2400" dirty="0" err="1"/>
              <a:t>medida</a:t>
            </a:r>
            <a:r>
              <a:rPr lang="en-US" sz="2400" dirty="0"/>
              <a:t> (kWh </a:t>
            </a:r>
            <a:r>
              <a:rPr lang="en-US" sz="2400" dirty="0" err="1"/>
              <a:t>ou</a:t>
            </a:r>
            <a:r>
              <a:rPr lang="en-US" sz="2400" dirty="0"/>
              <a:t> MWh).</a:t>
            </a:r>
          </a:p>
          <a:p>
            <a:pPr marL="342900" indent="-342900">
              <a:buFont typeface="Arial" panose="020B0604020202020204" pitchFamily="34" charset="0"/>
              <a:buChar char="•"/>
            </a:pPr>
            <a:r>
              <a:rPr lang="en-US" sz="2400" b="1" dirty="0"/>
              <a:t>Quero </a:t>
            </a:r>
            <a:r>
              <a:rPr lang="en-US" sz="2400" b="1" dirty="0" err="1"/>
              <a:t>identificar</a:t>
            </a:r>
            <a:r>
              <a:rPr lang="en-US" sz="2400" b="1" dirty="0"/>
              <a:t> </a:t>
            </a:r>
            <a:r>
              <a:rPr lang="en-US" sz="2400" b="1" dirty="0" err="1"/>
              <a:t>problemas</a:t>
            </a:r>
            <a:r>
              <a:rPr lang="en-US" sz="2400" b="1" dirty="0"/>
              <a:t> </a:t>
            </a:r>
            <a:r>
              <a:rPr lang="en-US" sz="2400" b="1" dirty="0" err="1"/>
              <a:t>operacionais</a:t>
            </a:r>
            <a:r>
              <a:rPr lang="en-US" sz="2400" dirty="0"/>
              <a:t>: </a:t>
            </a:r>
            <a:r>
              <a:rPr lang="en-US" sz="2400" dirty="0" err="1"/>
              <a:t>gráficos</a:t>
            </a:r>
            <a:r>
              <a:rPr lang="en-US" sz="2400" dirty="0"/>
              <a:t> </a:t>
            </a:r>
            <a:r>
              <a:rPr lang="en-US" sz="2400" dirty="0" err="1"/>
              <a:t>temporais</a:t>
            </a:r>
            <a:r>
              <a:rPr lang="en-US" sz="2400" dirty="0"/>
              <a:t>, </a:t>
            </a:r>
            <a:r>
              <a:rPr lang="en-US" sz="2400" dirty="0" err="1"/>
              <a:t>análise</a:t>
            </a:r>
            <a:r>
              <a:rPr lang="en-US" sz="2400" dirty="0"/>
              <a:t> dos </a:t>
            </a:r>
            <a:r>
              <a:rPr lang="en-US" sz="2400" dirty="0" err="1"/>
              <a:t>resíduos</a:t>
            </a:r>
            <a:r>
              <a:rPr lang="en-US" sz="2400" dirty="0"/>
              <a:t> e </a:t>
            </a:r>
            <a:r>
              <a:rPr lang="en-US" sz="2400" dirty="0" err="1"/>
              <a:t>segmentação</a:t>
            </a:r>
            <a:r>
              <a:rPr lang="en-US" sz="2400" dirty="0"/>
              <a:t> </a:t>
            </a:r>
            <a:r>
              <a:rPr lang="en-US" sz="2400" dirty="0" err="1"/>
              <a:t>por</a:t>
            </a:r>
            <a:r>
              <a:rPr lang="en-US" sz="2400" dirty="0"/>
              <a:t> </a:t>
            </a:r>
            <a:r>
              <a:rPr lang="en-US" sz="2400" dirty="0" err="1"/>
              <a:t>irradiância</a:t>
            </a:r>
            <a:r>
              <a:rPr lang="en-US" sz="2400" dirty="0"/>
              <a:t>, </a:t>
            </a:r>
            <a:r>
              <a:rPr lang="en-US" sz="2400" dirty="0" err="1"/>
              <a:t>temperatura</a:t>
            </a:r>
            <a:r>
              <a:rPr lang="en-US" sz="2400" dirty="0"/>
              <a:t> e </a:t>
            </a:r>
            <a:r>
              <a:rPr lang="en-US" sz="2400" dirty="0" err="1"/>
              <a:t>período</a:t>
            </a:r>
            <a:r>
              <a:rPr lang="en-US" sz="2400" dirty="0"/>
              <a:t>.</a:t>
            </a:r>
          </a:p>
          <a:p>
            <a:pPr marL="342900" indent="-342900">
              <a:buFont typeface="Arial" panose="020B0604020202020204" pitchFamily="34" charset="0"/>
              <a:buChar char="•"/>
            </a:pPr>
            <a:r>
              <a:rPr lang="en-US" sz="2400" b="1" dirty="0"/>
              <a:t>Quero </a:t>
            </a:r>
            <a:r>
              <a:rPr lang="en-US" sz="2400" b="1" dirty="0" err="1"/>
              <a:t>avaliar</a:t>
            </a:r>
            <a:r>
              <a:rPr lang="en-US" sz="2400" b="1" dirty="0"/>
              <a:t> </a:t>
            </a:r>
            <a:r>
              <a:rPr lang="en-US" sz="2400" b="1" dirty="0" err="1"/>
              <a:t>incerteza</a:t>
            </a:r>
            <a:r>
              <a:rPr lang="en-US" sz="2400" b="1" dirty="0"/>
              <a:t> </a:t>
            </a:r>
            <a:r>
              <a:rPr lang="en-US" sz="2400" b="1" dirty="0" err="1"/>
              <a:t>financeira</a:t>
            </a:r>
            <a:r>
              <a:rPr lang="en-US" sz="2400" b="1" dirty="0"/>
              <a:t> </a:t>
            </a:r>
            <a:r>
              <a:rPr lang="en-US" sz="2400" b="1" dirty="0" err="1"/>
              <a:t>ou</a:t>
            </a:r>
            <a:r>
              <a:rPr lang="en-US" sz="2400" b="1" dirty="0"/>
              <a:t> </a:t>
            </a:r>
            <a:r>
              <a:rPr lang="en-US" sz="2400" b="1" dirty="0" err="1"/>
              <a:t>bancabilidade</a:t>
            </a:r>
            <a:r>
              <a:rPr lang="en-US" sz="2400" dirty="0"/>
              <a:t>: </a:t>
            </a:r>
            <a:r>
              <a:rPr lang="en-US" sz="2400" dirty="0" err="1"/>
              <a:t>análise</a:t>
            </a:r>
            <a:r>
              <a:rPr lang="en-US" sz="2400" dirty="0"/>
              <a:t> de </a:t>
            </a:r>
            <a:r>
              <a:rPr lang="en-US" sz="2400" dirty="0" err="1"/>
              <a:t>incertezas</a:t>
            </a:r>
            <a:r>
              <a:rPr lang="en-US" sz="2400" dirty="0"/>
              <a:t>, </a:t>
            </a:r>
            <a:r>
              <a:rPr lang="en-US" sz="2400" dirty="0" err="1"/>
              <a:t>variabilidade</a:t>
            </a:r>
            <a:r>
              <a:rPr lang="en-US" sz="2400" dirty="0"/>
              <a:t> </a:t>
            </a:r>
            <a:r>
              <a:rPr lang="en-US" sz="2400" dirty="0" err="1"/>
              <a:t>interanual</a:t>
            </a:r>
            <a:r>
              <a:rPr lang="en-US" sz="2400" dirty="0"/>
              <a:t> e </a:t>
            </a:r>
            <a:r>
              <a:rPr lang="en-US" sz="2400" dirty="0" err="1"/>
              <a:t>estimativas</a:t>
            </a:r>
            <a:r>
              <a:rPr lang="en-US" sz="2400" dirty="0"/>
              <a:t> P50/P90 — </a:t>
            </a:r>
            <a:r>
              <a:rPr lang="en-US" sz="2400" dirty="0" err="1"/>
              <a:t>não</a:t>
            </a:r>
            <a:r>
              <a:rPr lang="en-US" sz="2400" dirty="0"/>
              <a:t> </a:t>
            </a:r>
            <a:r>
              <a:rPr lang="en-US" sz="2400" dirty="0" err="1"/>
              <a:t>apenas</a:t>
            </a:r>
            <a:r>
              <a:rPr lang="en-US" sz="2400" dirty="0"/>
              <a:t> RMSE.</a:t>
            </a:r>
          </a:p>
        </p:txBody>
      </p:sp>
    </p:spTree>
    <p:extLst>
      <p:ext uri="{BB962C8B-B14F-4D97-AF65-F5344CB8AC3E}">
        <p14:creationId xmlns:p14="http://schemas.microsoft.com/office/powerpoint/2010/main" val="34443177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F2F03-E30C-082C-4762-3A70177396F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67C99D7-8647-9780-5B44-35761D295265}"/>
              </a:ext>
            </a:extLst>
          </p:cNvPr>
          <p:cNvSpPr>
            <a:spLocks noGrp="1"/>
          </p:cNvSpPr>
          <p:nvPr>
            <p:ph type="title"/>
          </p:nvPr>
        </p:nvSpPr>
        <p:spPr>
          <a:xfrm>
            <a:off x="411478" y="2897094"/>
            <a:ext cx="5543552" cy="531906"/>
          </a:xfrm>
        </p:spPr>
        <p:txBody>
          <a:bodyPr>
            <a:noAutofit/>
          </a:bodyPr>
          <a:lstStyle/>
          <a:p>
            <a:r>
              <a:rPr lang="en-US" sz="4400" dirty="0"/>
              <a:t>Our Site: Deeper dive</a:t>
            </a:r>
          </a:p>
        </p:txBody>
      </p:sp>
    </p:spTree>
    <p:extLst>
      <p:ext uri="{BB962C8B-B14F-4D97-AF65-F5344CB8AC3E}">
        <p14:creationId xmlns:p14="http://schemas.microsoft.com/office/powerpoint/2010/main" val="37838246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F8A657-E727-DEFE-A299-B1A97CDA9DD4}"/>
              </a:ext>
            </a:extLst>
          </p:cNvPr>
          <p:cNvSpPr>
            <a:spLocks noGrp="1"/>
          </p:cNvSpPr>
          <p:nvPr>
            <p:ph type="title"/>
          </p:nvPr>
        </p:nvSpPr>
        <p:spPr>
          <a:xfrm>
            <a:off x="0" y="172944"/>
            <a:ext cx="7981122" cy="531906"/>
          </a:xfrm>
        </p:spPr>
        <p:txBody>
          <a:bodyPr>
            <a:normAutofit fontScale="90000"/>
          </a:bodyPr>
          <a:lstStyle/>
          <a:p>
            <a:r>
              <a:rPr lang="en-US" dirty="0"/>
              <a:t>System Health: </a:t>
            </a:r>
            <a:r>
              <a:rPr lang="en-US" b="1" dirty="0"/>
              <a:t>What does the operational data tell us?</a:t>
            </a:r>
            <a:endParaRPr lang="en-US" dirty="0"/>
          </a:p>
        </p:txBody>
      </p:sp>
      <p:pic>
        <p:nvPicPr>
          <p:cNvPr id="6" name="Picture 5">
            <a:extLst>
              <a:ext uri="{FF2B5EF4-FFF2-40B4-BE49-F238E27FC236}">
                <a16:creationId xmlns:a16="http://schemas.microsoft.com/office/drawing/2014/main" id="{8567BAD1-A125-C8C0-6989-DDA5B9AE28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5029" y="1424269"/>
            <a:ext cx="2114845" cy="619211"/>
          </a:xfrm>
          <a:prstGeom prst="rect">
            <a:avLst/>
          </a:prstGeom>
        </p:spPr>
      </p:pic>
      <p:pic>
        <p:nvPicPr>
          <p:cNvPr id="8" name="Picture 7" descr="RdTools Overview — RdTools 3.2.1 documentation">
            <a:extLst>
              <a:ext uri="{FF2B5EF4-FFF2-40B4-BE49-F238E27FC236}">
                <a16:creationId xmlns:a16="http://schemas.microsoft.com/office/drawing/2014/main" id="{D38E7C04-C568-A83C-46EE-708F37F33D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98375" y="1598257"/>
            <a:ext cx="1788996" cy="271233"/>
          </a:xfrm>
          <a:prstGeom prst="rect">
            <a:avLst/>
          </a:prstGeom>
        </p:spPr>
      </p:pic>
      <p:graphicFrame>
        <p:nvGraphicFramePr>
          <p:cNvPr id="9" name="Table 8">
            <a:extLst>
              <a:ext uri="{FF2B5EF4-FFF2-40B4-BE49-F238E27FC236}">
                <a16:creationId xmlns:a16="http://schemas.microsoft.com/office/drawing/2014/main" id="{16B69C72-BDC2-DED6-1959-9B40989B8107}"/>
              </a:ext>
            </a:extLst>
          </p:cNvPr>
          <p:cNvGraphicFramePr>
            <a:graphicFrameLocks noGrp="1"/>
          </p:cNvGraphicFramePr>
          <p:nvPr/>
        </p:nvGraphicFramePr>
        <p:xfrm>
          <a:off x="680664" y="1400738"/>
          <a:ext cx="10972800" cy="3897154"/>
        </p:xfrm>
        <a:graphic>
          <a:graphicData uri="http://schemas.openxmlformats.org/drawingml/2006/table">
            <a:tbl>
              <a:tblPr>
                <a:tableStyleId>{3B4B98B0-60AC-42C2-AFA5-B58CD77FA1E5}</a:tableStyleId>
              </a:tblPr>
              <a:tblGrid>
                <a:gridCol w="5486400">
                  <a:extLst>
                    <a:ext uri="{9D8B030D-6E8A-4147-A177-3AD203B41FA5}">
                      <a16:colId xmlns:a16="http://schemas.microsoft.com/office/drawing/2014/main" val="2322550524"/>
                    </a:ext>
                  </a:extLst>
                </a:gridCol>
                <a:gridCol w="5486400">
                  <a:extLst>
                    <a:ext uri="{9D8B030D-6E8A-4147-A177-3AD203B41FA5}">
                      <a16:colId xmlns:a16="http://schemas.microsoft.com/office/drawing/2014/main" val="1292301568"/>
                    </a:ext>
                  </a:extLst>
                </a:gridCol>
              </a:tblGrid>
              <a:tr h="512783">
                <a:tc>
                  <a:txBody>
                    <a:bodyPr/>
                    <a:lstStyle/>
                    <a:p>
                      <a:pPr>
                        <a:buNone/>
                      </a:pPr>
                      <a:endParaRPr lang="en-US"/>
                    </a:p>
                  </a:txBody>
                  <a:tcPr anchor="ctr"/>
                </a:tc>
                <a:tc>
                  <a:txBody>
                    <a:bodyPr/>
                    <a:lstStyle/>
                    <a:p>
                      <a:pPr>
                        <a:buNone/>
                      </a:pPr>
                      <a:endParaRPr lang="en-US"/>
                    </a:p>
                  </a:txBody>
                  <a:tcPr anchor="ctr"/>
                </a:tc>
                <a:extLst>
                  <a:ext uri="{0D108BD9-81ED-4DB2-BD59-A6C34878D82A}">
                    <a16:rowId xmlns:a16="http://schemas.microsoft.com/office/drawing/2014/main" val="1274274549"/>
                  </a:ext>
                </a:extLst>
              </a:tr>
              <a:tr h="512783">
                <a:tc>
                  <a:txBody>
                    <a:bodyPr/>
                    <a:lstStyle/>
                    <a:p>
                      <a:pPr>
                        <a:buNone/>
                      </a:pPr>
                      <a:r>
                        <a:rPr lang="en-US"/>
                        <a:t>Capacity at reference conditions</a:t>
                      </a:r>
                    </a:p>
                  </a:txBody>
                  <a:tcPr anchor="ctr"/>
                </a:tc>
                <a:tc>
                  <a:txBody>
                    <a:bodyPr/>
                    <a:lstStyle/>
                    <a:p>
                      <a:pPr>
                        <a:buNone/>
                      </a:pPr>
                      <a:r>
                        <a:rPr lang="en-US"/>
                        <a:t>Performance trend + availability</a:t>
                      </a:r>
                    </a:p>
                  </a:txBody>
                  <a:tcPr anchor="ctr"/>
                </a:tc>
                <a:extLst>
                  <a:ext uri="{0D108BD9-81ED-4DB2-BD59-A6C34878D82A}">
                    <a16:rowId xmlns:a16="http://schemas.microsoft.com/office/drawing/2014/main" val="1464684768"/>
                  </a:ext>
                </a:extLst>
              </a:tr>
              <a:tr h="512783">
                <a:tc>
                  <a:txBody>
                    <a:bodyPr/>
                    <a:lstStyle/>
                    <a:p>
                      <a:pPr>
                        <a:buNone/>
                      </a:pPr>
                      <a:r>
                        <a:rPr lang="en-US"/>
                        <a:t>Uses SCADA + weather</a:t>
                      </a:r>
                    </a:p>
                  </a:txBody>
                  <a:tcPr anchor="ctr"/>
                </a:tc>
                <a:tc>
                  <a:txBody>
                    <a:bodyPr/>
                    <a:lstStyle/>
                    <a:p>
                      <a:pPr>
                        <a:buNone/>
                      </a:pPr>
                      <a:r>
                        <a:rPr lang="en-US"/>
                        <a:t>Uses full operational time series</a:t>
                      </a:r>
                    </a:p>
                  </a:txBody>
                  <a:tcPr anchor="ctr"/>
                </a:tc>
                <a:extLst>
                  <a:ext uri="{0D108BD9-81ED-4DB2-BD59-A6C34878D82A}">
                    <a16:rowId xmlns:a16="http://schemas.microsoft.com/office/drawing/2014/main" val="3053577572"/>
                  </a:ext>
                </a:extLst>
              </a:tr>
              <a:tr h="923011">
                <a:tc>
                  <a:txBody>
                    <a:bodyPr/>
                    <a:lstStyle/>
                    <a:p>
                      <a:pPr>
                        <a:buNone/>
                      </a:pPr>
                      <a:r>
                        <a:rPr lang="en-US"/>
                        <a:t>Normalizes weather effects</a:t>
                      </a:r>
                    </a:p>
                  </a:txBody>
                  <a:tcPr anchor="ctr"/>
                </a:tc>
                <a:tc>
                  <a:txBody>
                    <a:bodyPr/>
                    <a:lstStyle/>
                    <a:p>
                      <a:pPr>
                        <a:buNone/>
                      </a:pPr>
                      <a:r>
                        <a:rPr lang="en-US"/>
                        <a:t>Estimates inverter-level YoY degradation</a:t>
                      </a:r>
                    </a:p>
                  </a:txBody>
                  <a:tcPr anchor="ctr"/>
                </a:tc>
                <a:extLst>
                  <a:ext uri="{0D108BD9-81ED-4DB2-BD59-A6C34878D82A}">
                    <a16:rowId xmlns:a16="http://schemas.microsoft.com/office/drawing/2014/main" val="939016619"/>
                  </a:ext>
                </a:extLst>
              </a:tr>
              <a:tr h="512783">
                <a:tc>
                  <a:txBody>
                    <a:bodyPr/>
                    <a:lstStyle/>
                    <a:p>
                      <a:pPr>
                        <a:buNone/>
                      </a:pPr>
                      <a:r>
                        <a:rPr lang="en-US"/>
                        <a:t>~−1.5%/yr capacity decline</a:t>
                      </a:r>
                    </a:p>
                  </a:txBody>
                  <a:tcPr anchor="ctr"/>
                </a:tc>
                <a:tc>
                  <a:txBody>
                    <a:bodyPr/>
                    <a:lstStyle/>
                    <a:p>
                      <a:pPr>
                        <a:buNone/>
                      </a:pPr>
                      <a:r>
                        <a:rPr lang="en-US"/>
                        <a:t>~−2.1%/yr median degradation</a:t>
                      </a:r>
                    </a:p>
                  </a:txBody>
                  <a:tcPr anchor="ctr"/>
                </a:tc>
                <a:extLst>
                  <a:ext uri="{0D108BD9-81ED-4DB2-BD59-A6C34878D82A}">
                    <a16:rowId xmlns:a16="http://schemas.microsoft.com/office/drawing/2014/main" val="3424217913"/>
                  </a:ext>
                </a:extLst>
              </a:tr>
              <a:tr h="923011">
                <a:tc>
                  <a:txBody>
                    <a:bodyPr/>
                    <a:lstStyle/>
                    <a:p>
                      <a:pPr>
                        <a:buNone/>
                      </a:pPr>
                      <a:r>
                        <a:rPr lang="en-US"/>
                        <a:t>Answers: How much capacity remains?</a:t>
                      </a:r>
                    </a:p>
                  </a:txBody>
                  <a:tcPr anchor="ctr"/>
                </a:tc>
                <a:tc>
                  <a:txBody>
                    <a:bodyPr/>
                    <a:lstStyle/>
                    <a:p>
                      <a:pPr>
                        <a:buNone/>
                      </a:pPr>
                      <a:r>
                        <a:rPr lang="en-US"/>
                        <a:t>Answers: How is performance changing—and what is offline?</a:t>
                      </a:r>
                    </a:p>
                  </a:txBody>
                  <a:tcPr anchor="ctr"/>
                </a:tc>
                <a:extLst>
                  <a:ext uri="{0D108BD9-81ED-4DB2-BD59-A6C34878D82A}">
                    <a16:rowId xmlns:a16="http://schemas.microsoft.com/office/drawing/2014/main" val="3423128923"/>
                  </a:ext>
                </a:extLst>
              </a:tr>
            </a:tbl>
          </a:graphicData>
        </a:graphic>
      </p:graphicFrame>
      <p:sp>
        <p:nvSpPr>
          <p:cNvPr id="11" name="TextBox 10">
            <a:extLst>
              <a:ext uri="{FF2B5EF4-FFF2-40B4-BE49-F238E27FC236}">
                <a16:creationId xmlns:a16="http://schemas.microsoft.com/office/drawing/2014/main" id="{039CF5E9-A98E-01A4-7F8E-2893FA7713C2}"/>
              </a:ext>
            </a:extLst>
          </p:cNvPr>
          <p:cNvSpPr txBox="1"/>
          <p:nvPr/>
        </p:nvSpPr>
        <p:spPr>
          <a:xfrm>
            <a:off x="2290314" y="5678602"/>
            <a:ext cx="8057070" cy="830997"/>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Arial" panose="020B0604020202020204"/>
                <a:ea typeface="+mn-ea"/>
                <a:cs typeface="+mn-cs"/>
              </a:rPr>
              <a:t>System-level decline ≈ −4.3%/yr when degradation and reduced availability are combined</a:t>
            </a:r>
          </a:p>
        </p:txBody>
      </p:sp>
    </p:spTree>
    <p:extLst>
      <p:ext uri="{BB962C8B-B14F-4D97-AF65-F5344CB8AC3E}">
        <p14:creationId xmlns:p14="http://schemas.microsoft.com/office/powerpoint/2010/main" val="9951446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5A8A5-1060-A131-19E1-99296452C292}"/>
              </a:ext>
            </a:extLst>
          </p:cNvPr>
          <p:cNvSpPr>
            <a:spLocks noGrp="1"/>
          </p:cNvSpPr>
          <p:nvPr>
            <p:ph type="title"/>
          </p:nvPr>
        </p:nvSpPr>
        <p:spPr/>
        <p:txBody>
          <a:bodyPr/>
          <a:lstStyle/>
          <a:p>
            <a:r>
              <a:rPr lang="en-US" dirty="0"/>
              <a:t>Losses identified in previous study</a:t>
            </a:r>
          </a:p>
        </p:txBody>
      </p:sp>
      <p:graphicFrame>
        <p:nvGraphicFramePr>
          <p:cNvPr id="4" name="Content Placeholder 3">
            <a:extLst>
              <a:ext uri="{FF2B5EF4-FFF2-40B4-BE49-F238E27FC236}">
                <a16:creationId xmlns:a16="http://schemas.microsoft.com/office/drawing/2014/main" id="{36D47E56-EB6E-A360-2B07-C19158DA96F9}"/>
              </a:ext>
            </a:extLst>
          </p:cNvPr>
          <p:cNvGraphicFramePr>
            <a:graphicFrameLocks noGrp="1"/>
          </p:cNvGraphicFramePr>
          <p:nvPr>
            <p:ph idx="4294967295"/>
            <p:extLst>
              <p:ext uri="{D42A27DB-BD31-4B8C-83A1-F6EECF244321}">
                <p14:modId xmlns:p14="http://schemas.microsoft.com/office/powerpoint/2010/main" val="2425128720"/>
              </p:ext>
            </p:extLst>
          </p:nvPr>
        </p:nvGraphicFramePr>
        <p:xfrm>
          <a:off x="924339" y="2468880"/>
          <a:ext cx="10515600" cy="192024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2010760256"/>
                    </a:ext>
                  </a:extLst>
                </a:gridCol>
                <a:gridCol w="3505200">
                  <a:extLst>
                    <a:ext uri="{9D8B030D-6E8A-4147-A177-3AD203B41FA5}">
                      <a16:colId xmlns:a16="http://schemas.microsoft.com/office/drawing/2014/main" val="68554809"/>
                    </a:ext>
                  </a:extLst>
                </a:gridCol>
                <a:gridCol w="3505200">
                  <a:extLst>
                    <a:ext uri="{9D8B030D-6E8A-4147-A177-3AD203B41FA5}">
                      <a16:colId xmlns:a16="http://schemas.microsoft.com/office/drawing/2014/main" val="3606211478"/>
                    </a:ext>
                  </a:extLst>
                </a:gridCol>
              </a:tblGrid>
              <a:tr h="0">
                <a:tc>
                  <a:txBody>
                    <a:bodyPr/>
                    <a:lstStyle/>
                    <a:p>
                      <a:pPr>
                        <a:buNone/>
                      </a:pPr>
                      <a:r>
                        <a:rPr lang="en-US"/>
                        <a:t>Baseline losses</a:t>
                      </a:r>
                    </a:p>
                  </a:txBody>
                  <a:tcPr anchor="ctr"/>
                </a:tc>
                <a:tc>
                  <a:txBody>
                    <a:bodyPr/>
                    <a:lstStyle/>
                    <a:p>
                      <a:pPr>
                        <a:buNone/>
                      </a:pPr>
                      <a:r>
                        <a:rPr lang="en-US"/>
                        <a:t>9.867%</a:t>
                      </a:r>
                    </a:p>
                  </a:txBody>
                  <a:tcPr anchor="ctr"/>
                </a:tc>
                <a:tc>
                  <a:txBody>
                    <a:bodyPr/>
                    <a:lstStyle/>
                    <a:p>
                      <a:pPr>
                        <a:buNone/>
                      </a:pPr>
                      <a:r>
                        <a:rPr lang="en-US"/>
                        <a:t>Reduces output in the reference simulation</a:t>
                      </a:r>
                    </a:p>
                  </a:txBody>
                  <a:tcPr anchor="ctr"/>
                </a:tc>
                <a:extLst>
                  <a:ext uri="{0D108BD9-81ED-4DB2-BD59-A6C34878D82A}">
                    <a16:rowId xmlns:a16="http://schemas.microsoft.com/office/drawing/2014/main" val="3705775390"/>
                  </a:ext>
                </a:extLst>
              </a:tr>
              <a:tr h="0">
                <a:tc>
                  <a:txBody>
                    <a:bodyPr/>
                    <a:lstStyle/>
                    <a:p>
                      <a:pPr>
                        <a:buNone/>
                      </a:pPr>
                      <a:r>
                        <a:rPr lang="en-US"/>
                        <a:t>dc_degradation</a:t>
                      </a:r>
                    </a:p>
                  </a:txBody>
                  <a:tcPr anchor="ctr"/>
                </a:tc>
                <a:tc>
                  <a:txBody>
                    <a:bodyPr/>
                    <a:lstStyle/>
                    <a:p>
                      <a:pPr>
                        <a:buNone/>
                      </a:pPr>
                      <a:r>
                        <a:rPr lang="en-US"/>
                        <a:t>2.1%/year</a:t>
                      </a:r>
                    </a:p>
                  </a:txBody>
                  <a:tcPr anchor="ctr"/>
                </a:tc>
                <a:tc>
                  <a:txBody>
                    <a:bodyPr/>
                    <a:lstStyle/>
                    <a:p>
                      <a:pPr>
                        <a:buNone/>
                      </a:pPr>
                      <a:r>
                        <a:rPr lang="en-US"/>
                        <a:t>Decreases DC production over the modeled lifetime</a:t>
                      </a:r>
                    </a:p>
                  </a:txBody>
                  <a:tcPr anchor="ctr"/>
                </a:tc>
                <a:extLst>
                  <a:ext uri="{0D108BD9-81ED-4DB2-BD59-A6C34878D82A}">
                    <a16:rowId xmlns:a16="http://schemas.microsoft.com/office/drawing/2014/main" val="4012811509"/>
                  </a:ext>
                </a:extLst>
              </a:tr>
              <a:tr h="0">
                <a:tc>
                  <a:txBody>
                    <a:bodyPr/>
                    <a:lstStyle/>
                    <a:p>
                      <a:pPr>
                        <a:buNone/>
                      </a:pPr>
                      <a:r>
                        <a:rPr lang="en-US" dirty="0"/>
                        <a:t>Your custom loss adjustment</a:t>
                      </a:r>
                    </a:p>
                  </a:txBody>
                  <a:tcPr anchor="ctr"/>
                </a:tc>
                <a:tc>
                  <a:txBody>
                    <a:bodyPr/>
                    <a:lstStyle/>
                    <a:p>
                      <a:pPr>
                        <a:buNone/>
                      </a:pPr>
                      <a:r>
                        <a:rPr lang="en-US"/>
                        <a:t>+4.3 percentage points/year</a:t>
                      </a:r>
                    </a:p>
                  </a:txBody>
                  <a:tcPr anchor="ctr"/>
                </a:tc>
                <a:tc>
                  <a:txBody>
                    <a:bodyPr/>
                    <a:lstStyle/>
                    <a:p>
                      <a:pPr>
                        <a:buNone/>
                      </a:pPr>
                      <a:r>
                        <a:rPr lang="en-US" dirty="0"/>
                        <a:t>Changes the assumed aggregate losses between annual simulations</a:t>
                      </a:r>
                    </a:p>
                  </a:txBody>
                  <a:tcPr anchor="ctr"/>
                </a:tc>
                <a:extLst>
                  <a:ext uri="{0D108BD9-81ED-4DB2-BD59-A6C34878D82A}">
                    <a16:rowId xmlns:a16="http://schemas.microsoft.com/office/drawing/2014/main" val="3506275685"/>
                  </a:ext>
                </a:extLst>
              </a:tr>
            </a:tbl>
          </a:graphicData>
        </a:graphic>
      </p:graphicFrame>
    </p:spTree>
    <p:extLst>
      <p:ext uri="{BB962C8B-B14F-4D97-AF65-F5344CB8AC3E}">
        <p14:creationId xmlns:p14="http://schemas.microsoft.com/office/powerpoint/2010/main" val="24185702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CA3AF-88BC-3093-5B88-8DEB36E768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2E3B7F-2B2D-E5A1-0AC4-5959DFA48DAE}"/>
              </a:ext>
            </a:extLst>
          </p:cNvPr>
          <p:cNvSpPr>
            <a:spLocks noGrp="1"/>
          </p:cNvSpPr>
          <p:nvPr>
            <p:ph type="title"/>
          </p:nvPr>
        </p:nvSpPr>
        <p:spPr>
          <a:xfrm>
            <a:off x="99391" y="2897094"/>
            <a:ext cx="7221482" cy="2380584"/>
          </a:xfrm>
        </p:spPr>
        <p:txBody>
          <a:bodyPr>
            <a:normAutofit/>
          </a:bodyPr>
          <a:lstStyle/>
          <a:p>
            <a:r>
              <a:rPr lang="en-US" sz="3600" dirty="0" err="1"/>
              <a:t>Modelagem</a:t>
            </a:r>
            <a:r>
              <a:rPr lang="en-US" sz="3600" dirty="0"/>
              <a:t> da Usina</a:t>
            </a:r>
            <a:br>
              <a:rPr lang="en-US" dirty="0"/>
            </a:br>
            <a:r>
              <a:rPr lang="en-US" dirty="0"/>
              <a:t>Ovaitt et al. Modeling Aging systems and Lifecycle Decisions. EUPVSEC 2026</a:t>
            </a:r>
            <a:br>
              <a:rPr lang="en-US" dirty="0"/>
            </a:br>
            <a:endParaRPr lang="en-US" dirty="0"/>
          </a:p>
        </p:txBody>
      </p:sp>
    </p:spTree>
    <p:extLst>
      <p:ext uri="{BB962C8B-B14F-4D97-AF65-F5344CB8AC3E}">
        <p14:creationId xmlns:p14="http://schemas.microsoft.com/office/powerpoint/2010/main" val="9161884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487CBE3-1789-4F98-B074-60063C37EBF4}"/>
              </a:ext>
            </a:extLst>
          </p:cNvPr>
          <p:cNvPicPr>
            <a:picLocks noChangeAspect="1"/>
          </p:cNvPicPr>
          <p:nvPr/>
        </p:nvPicPr>
        <p:blipFill>
          <a:blip r:embed="rId2"/>
          <a:stretch>
            <a:fillRect/>
          </a:stretch>
        </p:blipFill>
        <p:spPr>
          <a:xfrm>
            <a:off x="1709530" y="449054"/>
            <a:ext cx="8187504" cy="6408945"/>
          </a:xfrm>
          <a:prstGeom prst="rect">
            <a:avLst/>
          </a:prstGeom>
        </p:spPr>
      </p:pic>
      <p:sp>
        <p:nvSpPr>
          <p:cNvPr id="2" name="TextBox 1">
            <a:extLst>
              <a:ext uri="{FF2B5EF4-FFF2-40B4-BE49-F238E27FC236}">
                <a16:creationId xmlns:a16="http://schemas.microsoft.com/office/drawing/2014/main" id="{72B14D8A-3082-FF4F-F4BB-BFECC0353B85}"/>
              </a:ext>
            </a:extLst>
          </p:cNvPr>
          <p:cNvSpPr txBox="1"/>
          <p:nvPr/>
        </p:nvSpPr>
        <p:spPr>
          <a:xfrm>
            <a:off x="258417" y="89555"/>
            <a:ext cx="2227276" cy="461665"/>
          </a:xfrm>
          <a:prstGeom prst="rect">
            <a:avLst/>
          </a:prstGeom>
          <a:noFill/>
        </p:spPr>
        <p:txBody>
          <a:bodyPr wrap="none" rtlCol="0">
            <a:spAutoFit/>
          </a:bodyPr>
          <a:lstStyle/>
          <a:p>
            <a:r>
              <a:rPr lang="es-419" sz="2400" b="1" dirty="0" err="1"/>
              <a:t>solardatatools</a:t>
            </a:r>
            <a:endParaRPr lang="en-US" sz="2400" b="1" dirty="0"/>
          </a:p>
        </p:txBody>
      </p:sp>
    </p:spTree>
    <p:extLst>
      <p:ext uri="{BB962C8B-B14F-4D97-AF65-F5344CB8AC3E}">
        <p14:creationId xmlns:p14="http://schemas.microsoft.com/office/powerpoint/2010/main" val="6099256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A97003-2130-EFDD-1344-7505FE45CADB}"/>
              </a:ext>
            </a:extLst>
          </p:cNvPr>
          <p:cNvPicPr>
            <a:picLocks noChangeAspect="1"/>
          </p:cNvPicPr>
          <p:nvPr/>
        </p:nvPicPr>
        <p:blipFill>
          <a:blip r:embed="rId2"/>
          <a:stretch>
            <a:fillRect/>
          </a:stretch>
        </p:blipFill>
        <p:spPr>
          <a:xfrm>
            <a:off x="972877" y="280395"/>
            <a:ext cx="9919796" cy="6026275"/>
          </a:xfrm>
          <a:prstGeom prst="rect">
            <a:avLst/>
          </a:prstGeom>
        </p:spPr>
      </p:pic>
      <p:sp>
        <p:nvSpPr>
          <p:cNvPr id="3" name="TextBox 2">
            <a:extLst>
              <a:ext uri="{FF2B5EF4-FFF2-40B4-BE49-F238E27FC236}">
                <a16:creationId xmlns:a16="http://schemas.microsoft.com/office/drawing/2014/main" id="{8DF11CC8-C098-DC21-1C67-856536619E4A}"/>
              </a:ext>
            </a:extLst>
          </p:cNvPr>
          <p:cNvSpPr txBox="1"/>
          <p:nvPr/>
        </p:nvSpPr>
        <p:spPr>
          <a:xfrm>
            <a:off x="258417" y="89555"/>
            <a:ext cx="2227276" cy="461665"/>
          </a:xfrm>
          <a:prstGeom prst="rect">
            <a:avLst/>
          </a:prstGeom>
          <a:noFill/>
        </p:spPr>
        <p:txBody>
          <a:bodyPr wrap="none" rtlCol="0">
            <a:spAutoFit/>
          </a:bodyPr>
          <a:lstStyle/>
          <a:p>
            <a:r>
              <a:rPr lang="es-419" sz="2400" b="1" dirty="0" err="1"/>
              <a:t>solardatatools</a:t>
            </a:r>
            <a:endParaRPr lang="en-US" sz="2400" b="1" dirty="0"/>
          </a:p>
        </p:txBody>
      </p:sp>
    </p:spTree>
    <p:extLst>
      <p:ext uri="{BB962C8B-B14F-4D97-AF65-F5344CB8AC3E}">
        <p14:creationId xmlns:p14="http://schemas.microsoft.com/office/powerpoint/2010/main" val="33361136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A2152-81BE-AA99-3526-0656A08A0B22}"/>
              </a:ext>
            </a:extLst>
          </p:cNvPr>
          <p:cNvSpPr>
            <a:spLocks noGrp="1"/>
          </p:cNvSpPr>
          <p:nvPr>
            <p:ph type="title"/>
          </p:nvPr>
        </p:nvSpPr>
        <p:spPr/>
        <p:txBody>
          <a:bodyPr/>
          <a:lstStyle/>
          <a:p>
            <a:r>
              <a:rPr lang="en-US" b="1" dirty="0"/>
              <a:t>A. Capacity testing with </a:t>
            </a:r>
            <a:r>
              <a:rPr lang="en-US" b="1" dirty="0" err="1"/>
              <a:t>PVCaptest</a:t>
            </a:r>
            <a:endParaRPr lang="en-US" dirty="0"/>
          </a:p>
        </p:txBody>
      </p:sp>
      <p:sp>
        <p:nvSpPr>
          <p:cNvPr id="3" name="Content Placeholder 2">
            <a:extLst>
              <a:ext uri="{FF2B5EF4-FFF2-40B4-BE49-F238E27FC236}">
                <a16:creationId xmlns:a16="http://schemas.microsoft.com/office/drawing/2014/main" id="{8629E808-4AE8-5739-B4DD-FB500028DEFE}"/>
              </a:ext>
            </a:extLst>
          </p:cNvPr>
          <p:cNvSpPr>
            <a:spLocks noGrp="1"/>
          </p:cNvSpPr>
          <p:nvPr>
            <p:ph idx="1"/>
          </p:nvPr>
        </p:nvSpPr>
        <p:spPr/>
        <p:txBody>
          <a:bodyPr>
            <a:normAutofit fontScale="85000" lnSpcReduction="20000"/>
          </a:bodyPr>
          <a:lstStyle/>
          <a:p>
            <a:r>
              <a:rPr lang="en-US" dirty="0"/>
              <a:t>We used </a:t>
            </a:r>
            <a:r>
              <a:rPr lang="en-US" dirty="0" err="1"/>
              <a:t>captest</a:t>
            </a:r>
            <a:r>
              <a:rPr lang="en-US" dirty="0"/>
              <a:t> to fit an empirical relationship between AC power and environmental conditions, broadly following the ASTM-style capacity-test approach.</a:t>
            </a:r>
          </a:p>
          <a:p>
            <a:r>
              <a:rPr lang="en-US" dirty="0"/>
              <a:t>The analysis focused initially on February 1–March 10, 2022, because the comments identified this as a usable measurement window.</a:t>
            </a:r>
          </a:p>
          <a:p>
            <a:r>
              <a:rPr lang="en-US" dirty="0"/>
              <a:t>The regression used:</a:t>
            </a:r>
          </a:p>
          <a:p>
            <a:pPr lvl="1"/>
            <a:r>
              <a:rPr lang="en-US" dirty="0"/>
              <a:t>AC power from the 40 inverters, individually or summed.</a:t>
            </a:r>
          </a:p>
          <a:p>
            <a:pPr lvl="1"/>
            <a:r>
              <a:rPr lang="en-US" dirty="0"/>
              <a:t>POA irradiance from poa_irradiance_02b.</a:t>
            </a:r>
          </a:p>
          <a:p>
            <a:pPr lvl="1"/>
            <a:r>
              <a:rPr lang="en-US" dirty="0"/>
              <a:t>Measured module temperature.</a:t>
            </a:r>
          </a:p>
          <a:p>
            <a:pPr lvl="1"/>
            <a:r>
              <a:rPr lang="en-US" dirty="0"/>
              <a:t>Irradiance-based and outlier filtering.</a:t>
            </a:r>
          </a:p>
          <a:p>
            <a:r>
              <a:rPr lang="en-US" dirty="0"/>
              <a:t>The model was evaluated at defined reporting conditions: 800 W/m² POA, 20°C and 1 m/s wind.</a:t>
            </a:r>
          </a:p>
          <a:p>
            <a:r>
              <a:rPr lang="en-US" b="1" dirty="0"/>
              <a:t>One important distinction</a:t>
            </a:r>
            <a:r>
              <a:rPr lang="en-US" dirty="0"/>
              <a:t>: although wind data were required by the filtering workflow, the selected regression formula did not include a wind term. </a:t>
            </a:r>
          </a:p>
          <a:p>
            <a:endParaRPr lang="en-US" dirty="0"/>
          </a:p>
        </p:txBody>
      </p:sp>
    </p:spTree>
    <p:extLst>
      <p:ext uri="{BB962C8B-B14F-4D97-AF65-F5344CB8AC3E}">
        <p14:creationId xmlns:p14="http://schemas.microsoft.com/office/powerpoint/2010/main" val="8103212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73CFC37-8F7F-6E5D-2510-618BBBDF08A0}"/>
              </a:ext>
            </a:extLst>
          </p:cNvPr>
          <p:cNvPicPr>
            <a:picLocks noGrp="1" noChangeAspect="1"/>
          </p:cNvPicPr>
          <p:nvPr>
            <p:ph idx="1"/>
          </p:nvPr>
        </p:nvPicPr>
        <p:blipFill>
          <a:blip r:embed="rId2"/>
          <a:stretch>
            <a:fillRect/>
          </a:stretch>
        </p:blipFill>
        <p:spPr>
          <a:xfrm>
            <a:off x="643467" y="1384300"/>
            <a:ext cx="10905066" cy="4089399"/>
          </a:xfrm>
          <a:prstGeom prst="rect">
            <a:avLst/>
          </a:prstGeom>
        </p:spPr>
      </p:pic>
      <p:sp>
        <p:nvSpPr>
          <p:cNvPr id="2" name="TextBox 1">
            <a:extLst>
              <a:ext uri="{FF2B5EF4-FFF2-40B4-BE49-F238E27FC236}">
                <a16:creationId xmlns:a16="http://schemas.microsoft.com/office/drawing/2014/main" id="{173B9C14-BA63-D006-3F19-EB622B85F4C3}"/>
              </a:ext>
            </a:extLst>
          </p:cNvPr>
          <p:cNvSpPr txBox="1"/>
          <p:nvPr/>
        </p:nvSpPr>
        <p:spPr>
          <a:xfrm>
            <a:off x="357809" y="367748"/>
            <a:ext cx="10541091" cy="461665"/>
          </a:xfrm>
          <a:prstGeom prst="rect">
            <a:avLst/>
          </a:prstGeom>
          <a:noFill/>
        </p:spPr>
        <p:txBody>
          <a:bodyPr wrap="none" rtlCol="0">
            <a:spAutoFit/>
          </a:bodyPr>
          <a:lstStyle/>
          <a:p>
            <a:r>
              <a:rPr lang="en-US" sz="2400" b="1" dirty="0"/>
              <a:t>Visual sanity check that data is aligning properly for the capacity test week</a:t>
            </a:r>
          </a:p>
        </p:txBody>
      </p:sp>
    </p:spTree>
    <p:extLst>
      <p:ext uri="{BB962C8B-B14F-4D97-AF65-F5344CB8AC3E}">
        <p14:creationId xmlns:p14="http://schemas.microsoft.com/office/powerpoint/2010/main" val="39504482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12E66-BAB9-1FE6-631D-E4A3F2F807CA}"/>
              </a:ext>
            </a:extLst>
          </p:cNvPr>
          <p:cNvSpPr>
            <a:spLocks noGrp="1"/>
          </p:cNvSpPr>
          <p:nvPr>
            <p:ph type="title"/>
          </p:nvPr>
        </p:nvSpPr>
        <p:spPr/>
        <p:txBody>
          <a:bodyPr>
            <a:normAutofit/>
          </a:bodyPr>
          <a:lstStyle/>
          <a:p>
            <a:r>
              <a:rPr lang="en-US" b="1" dirty="0"/>
              <a:t>B. Comparing measured capacity with SAM</a:t>
            </a:r>
            <a:br>
              <a:rPr lang="en-US" b="1" dirty="0"/>
            </a:br>
            <a:endParaRPr lang="en-US" dirty="0"/>
          </a:p>
        </p:txBody>
      </p:sp>
      <p:sp>
        <p:nvSpPr>
          <p:cNvPr id="3" name="Content Placeholder 2">
            <a:extLst>
              <a:ext uri="{FF2B5EF4-FFF2-40B4-BE49-F238E27FC236}">
                <a16:creationId xmlns:a16="http://schemas.microsoft.com/office/drawing/2014/main" id="{583B7915-7A97-7031-9712-FF4BE0805A26}"/>
              </a:ext>
            </a:extLst>
          </p:cNvPr>
          <p:cNvSpPr>
            <a:spLocks noGrp="1"/>
          </p:cNvSpPr>
          <p:nvPr>
            <p:ph idx="1"/>
          </p:nvPr>
        </p:nvSpPr>
        <p:spPr/>
        <p:txBody>
          <a:bodyPr/>
          <a:lstStyle/>
          <a:p>
            <a:r>
              <a:rPr lang="en-US" dirty="0"/>
              <a:t>We ran regressions for individual inverters and compared their estimated capacities at the reporting conditions with a SAM simulation.</a:t>
            </a:r>
          </a:p>
          <a:p>
            <a:r>
              <a:rPr lang="en-US" dirty="0"/>
              <a:t>The objective was to investigate whether the measured inverter capacity differed from the original modeled expectation.</a:t>
            </a:r>
          </a:p>
          <a:p>
            <a:endParaRPr lang="en-US" dirty="0"/>
          </a:p>
        </p:txBody>
      </p:sp>
    </p:spTree>
    <p:extLst>
      <p:ext uri="{BB962C8B-B14F-4D97-AF65-F5344CB8AC3E}">
        <p14:creationId xmlns:p14="http://schemas.microsoft.com/office/powerpoint/2010/main" val="12878263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F615E76-DF19-322B-B6FE-112FECE0F43F}"/>
              </a:ext>
            </a:extLst>
          </p:cNvPr>
          <p:cNvPicPr>
            <a:picLocks noGrp="1" noChangeAspect="1"/>
          </p:cNvPicPr>
          <p:nvPr>
            <p:ph idx="1"/>
          </p:nvPr>
        </p:nvPicPr>
        <p:blipFill>
          <a:blip r:embed="rId2"/>
          <a:stretch>
            <a:fillRect/>
          </a:stretch>
        </p:blipFill>
        <p:spPr>
          <a:xfrm>
            <a:off x="643467" y="1384300"/>
            <a:ext cx="10905066" cy="4089399"/>
          </a:xfrm>
          <a:prstGeom prst="rect">
            <a:avLst/>
          </a:prstGeom>
        </p:spPr>
      </p:pic>
    </p:spTree>
    <p:extLst>
      <p:ext uri="{BB962C8B-B14F-4D97-AF65-F5344CB8AC3E}">
        <p14:creationId xmlns:p14="http://schemas.microsoft.com/office/powerpoint/2010/main" val="1433852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B6FCE-4A47-A4DA-EF88-34A92C753DB7}"/>
              </a:ext>
            </a:extLst>
          </p:cNvPr>
          <p:cNvSpPr>
            <a:spLocks noGrp="1"/>
          </p:cNvSpPr>
          <p:nvPr>
            <p:ph type="title"/>
          </p:nvPr>
        </p:nvSpPr>
        <p:spPr/>
        <p:txBody>
          <a:bodyPr/>
          <a:lstStyle/>
          <a:p>
            <a:r>
              <a:rPr lang="en-US" b="1" dirty="0"/>
              <a:t>C. Capacity changes over time</a:t>
            </a:r>
            <a:br>
              <a:rPr lang="en-US" b="1" dirty="0"/>
            </a:br>
            <a:endParaRPr lang="en-US" dirty="0"/>
          </a:p>
        </p:txBody>
      </p:sp>
      <p:sp>
        <p:nvSpPr>
          <p:cNvPr id="3" name="Content Placeholder 2">
            <a:extLst>
              <a:ext uri="{FF2B5EF4-FFF2-40B4-BE49-F238E27FC236}">
                <a16:creationId xmlns:a16="http://schemas.microsoft.com/office/drawing/2014/main" id="{2B10D45A-F4C3-7C74-B731-0A26F0959B07}"/>
              </a:ext>
            </a:extLst>
          </p:cNvPr>
          <p:cNvSpPr>
            <a:spLocks noGrp="1"/>
          </p:cNvSpPr>
          <p:nvPr>
            <p:ph idx="1"/>
          </p:nvPr>
        </p:nvSpPr>
        <p:spPr/>
        <p:txBody>
          <a:bodyPr/>
          <a:lstStyle/>
          <a:p>
            <a:r>
              <a:rPr lang="en-US" dirty="0"/>
              <a:t>We repeated the regression for selected windows in 2016, 2017, 2018, 2021 and 2022, using consistent reporting conditions.</a:t>
            </a:r>
          </a:p>
          <a:p>
            <a:r>
              <a:rPr lang="en-US" dirty="0"/>
              <a:t>This allowed us to compare capacity estimates across operating years without simply comparing raw output under different weather conditions.</a:t>
            </a:r>
          </a:p>
          <a:p>
            <a:r>
              <a:rPr lang="en-US" dirty="0"/>
              <a:t>The notebook includes calculations of apparent degradation</a:t>
            </a:r>
          </a:p>
          <a:p>
            <a:r>
              <a:rPr lang="en-US" dirty="0"/>
              <a:t>We also made boxplots to examine the variation among the 40 inverter channels. </a:t>
            </a:r>
          </a:p>
          <a:p>
            <a:endParaRPr lang="en-US" dirty="0"/>
          </a:p>
          <a:p>
            <a:endParaRPr lang="en-US" dirty="0"/>
          </a:p>
        </p:txBody>
      </p:sp>
    </p:spTree>
    <p:extLst>
      <p:ext uri="{BB962C8B-B14F-4D97-AF65-F5344CB8AC3E}">
        <p14:creationId xmlns:p14="http://schemas.microsoft.com/office/powerpoint/2010/main" val="14042832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E51B185-1EAD-57E7-DBD6-9B37E97F17D7}"/>
              </a:ext>
            </a:extLst>
          </p:cNvPr>
          <p:cNvPicPr>
            <a:picLocks noChangeAspect="1"/>
          </p:cNvPicPr>
          <p:nvPr/>
        </p:nvPicPr>
        <p:blipFill>
          <a:blip r:embed="rId2"/>
          <a:stretch>
            <a:fillRect/>
          </a:stretch>
        </p:blipFill>
        <p:spPr>
          <a:xfrm>
            <a:off x="1426590" y="539577"/>
            <a:ext cx="9646694" cy="5138274"/>
          </a:xfrm>
          <a:prstGeom prst="rect">
            <a:avLst/>
          </a:prstGeom>
        </p:spPr>
      </p:pic>
      <p:sp>
        <p:nvSpPr>
          <p:cNvPr id="3" name="TextBox 2">
            <a:extLst>
              <a:ext uri="{FF2B5EF4-FFF2-40B4-BE49-F238E27FC236}">
                <a16:creationId xmlns:a16="http://schemas.microsoft.com/office/drawing/2014/main" id="{E0EE8816-1015-2974-7B0D-3FD7D89E6B5C}"/>
              </a:ext>
            </a:extLst>
          </p:cNvPr>
          <p:cNvSpPr txBox="1"/>
          <p:nvPr/>
        </p:nvSpPr>
        <p:spPr>
          <a:xfrm>
            <a:off x="258417" y="89555"/>
            <a:ext cx="1573059" cy="461665"/>
          </a:xfrm>
          <a:prstGeom prst="rect">
            <a:avLst/>
          </a:prstGeom>
          <a:noFill/>
        </p:spPr>
        <p:txBody>
          <a:bodyPr wrap="none" rtlCol="0">
            <a:spAutoFit/>
          </a:bodyPr>
          <a:lstStyle/>
          <a:p>
            <a:r>
              <a:rPr lang="es-419" sz="2400" b="1" dirty="0" err="1"/>
              <a:t>pvcaptest</a:t>
            </a:r>
            <a:endParaRPr lang="en-US" sz="2400" b="1" dirty="0"/>
          </a:p>
        </p:txBody>
      </p:sp>
    </p:spTree>
    <p:extLst>
      <p:ext uri="{BB962C8B-B14F-4D97-AF65-F5344CB8AC3E}">
        <p14:creationId xmlns:p14="http://schemas.microsoft.com/office/powerpoint/2010/main" val="17008387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64666-56CD-3D7F-7D65-CC147C2310D5}"/>
              </a:ext>
            </a:extLst>
          </p:cNvPr>
          <p:cNvSpPr>
            <a:spLocks noGrp="1"/>
          </p:cNvSpPr>
          <p:nvPr>
            <p:ph type="title"/>
          </p:nvPr>
        </p:nvSpPr>
        <p:spPr/>
        <p:txBody>
          <a:bodyPr/>
          <a:lstStyle/>
          <a:p>
            <a:r>
              <a:rPr lang="en-US" b="1" dirty="0"/>
              <a:t>D. Degradation analysis with </a:t>
            </a:r>
            <a:r>
              <a:rPr lang="en-US" b="1" dirty="0" err="1"/>
              <a:t>RdTools</a:t>
            </a:r>
            <a:br>
              <a:rPr lang="en-US" b="1" dirty="0"/>
            </a:br>
            <a:endParaRPr lang="en-US" dirty="0"/>
          </a:p>
        </p:txBody>
      </p:sp>
      <p:sp>
        <p:nvSpPr>
          <p:cNvPr id="3" name="Content Placeholder 2">
            <a:extLst>
              <a:ext uri="{FF2B5EF4-FFF2-40B4-BE49-F238E27FC236}">
                <a16:creationId xmlns:a16="http://schemas.microsoft.com/office/drawing/2014/main" id="{57EFC281-F9EF-8ED1-FDDD-01C0FA3C2850}"/>
              </a:ext>
            </a:extLst>
          </p:cNvPr>
          <p:cNvSpPr>
            <a:spLocks noGrp="1"/>
          </p:cNvSpPr>
          <p:nvPr>
            <p:ph idx="1"/>
          </p:nvPr>
        </p:nvSpPr>
        <p:spPr/>
        <p:txBody>
          <a:bodyPr/>
          <a:lstStyle/>
          <a:p>
            <a:r>
              <a:rPr lang="en-US" dirty="0"/>
              <a:t>We then switched to </a:t>
            </a:r>
            <a:r>
              <a:rPr lang="en-US" dirty="0" err="1"/>
              <a:t>RdTools</a:t>
            </a:r>
            <a:r>
              <a:rPr lang="en-US" dirty="0"/>
              <a:t> for a more systematic degradation analysis, combining PVDAQ measurements with NSRDB weather data.</a:t>
            </a:r>
          </a:p>
          <a:p>
            <a:r>
              <a:rPr lang="en-US" dirty="0"/>
              <a:t>The workflow included weather-based power normalization, irradiance and temperature filtering, clipping detection, clear-sky filtering, and year-on-year degradation estimation.</a:t>
            </a:r>
          </a:p>
          <a:p>
            <a:r>
              <a:rPr lang="en-US" dirty="0"/>
              <a:t>This was applied to individual inverters and to aggregate plant measurements.</a:t>
            </a:r>
          </a:p>
          <a:p>
            <a:endParaRPr lang="en-US" dirty="0"/>
          </a:p>
        </p:txBody>
      </p:sp>
    </p:spTree>
    <p:extLst>
      <p:ext uri="{BB962C8B-B14F-4D97-AF65-F5344CB8AC3E}">
        <p14:creationId xmlns:p14="http://schemas.microsoft.com/office/powerpoint/2010/main" val="37018580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604122-2CE9-CECD-0625-D894B80C0A0B}"/>
              </a:ext>
            </a:extLst>
          </p:cNvPr>
          <p:cNvPicPr>
            <a:picLocks noChangeAspect="1"/>
          </p:cNvPicPr>
          <p:nvPr/>
        </p:nvPicPr>
        <p:blipFill>
          <a:blip r:embed="rId2"/>
          <a:stretch>
            <a:fillRect/>
          </a:stretch>
        </p:blipFill>
        <p:spPr>
          <a:xfrm>
            <a:off x="643467" y="1506982"/>
            <a:ext cx="10905066" cy="3844035"/>
          </a:xfrm>
          <a:prstGeom prst="rect">
            <a:avLst/>
          </a:prstGeom>
        </p:spPr>
      </p:pic>
      <p:sp>
        <p:nvSpPr>
          <p:cNvPr id="3" name="TextBox 2">
            <a:extLst>
              <a:ext uri="{FF2B5EF4-FFF2-40B4-BE49-F238E27FC236}">
                <a16:creationId xmlns:a16="http://schemas.microsoft.com/office/drawing/2014/main" id="{DC803778-A6EC-64AD-2955-E9C67A7DA959}"/>
              </a:ext>
            </a:extLst>
          </p:cNvPr>
          <p:cNvSpPr txBox="1"/>
          <p:nvPr/>
        </p:nvSpPr>
        <p:spPr>
          <a:xfrm>
            <a:off x="258417" y="89555"/>
            <a:ext cx="1186415" cy="461665"/>
          </a:xfrm>
          <a:prstGeom prst="rect">
            <a:avLst/>
          </a:prstGeom>
          <a:noFill/>
        </p:spPr>
        <p:txBody>
          <a:bodyPr wrap="none" rtlCol="0">
            <a:spAutoFit/>
          </a:bodyPr>
          <a:lstStyle/>
          <a:p>
            <a:r>
              <a:rPr lang="es-419" sz="2400" b="1" dirty="0" err="1"/>
              <a:t>rdtools</a:t>
            </a:r>
            <a:endParaRPr lang="en-US" sz="2400" b="1" dirty="0"/>
          </a:p>
        </p:txBody>
      </p:sp>
    </p:spTree>
    <p:extLst>
      <p:ext uri="{BB962C8B-B14F-4D97-AF65-F5344CB8AC3E}">
        <p14:creationId xmlns:p14="http://schemas.microsoft.com/office/powerpoint/2010/main" val="42582462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7F258FB-62FE-B3FD-129D-AAB4C70A1174}"/>
              </a:ext>
            </a:extLst>
          </p:cNvPr>
          <p:cNvPicPr>
            <a:picLocks noGrp="1" noChangeAspect="1"/>
          </p:cNvPicPr>
          <p:nvPr>
            <p:ph idx="1"/>
          </p:nvPr>
        </p:nvPicPr>
        <p:blipFill>
          <a:blip r:embed="rId2"/>
          <a:stretch>
            <a:fillRect/>
          </a:stretch>
        </p:blipFill>
        <p:spPr>
          <a:xfrm>
            <a:off x="643467" y="1656926"/>
            <a:ext cx="10905066" cy="3544147"/>
          </a:xfrm>
          <a:prstGeom prst="rect">
            <a:avLst/>
          </a:prstGeom>
        </p:spPr>
      </p:pic>
      <p:sp>
        <p:nvSpPr>
          <p:cNvPr id="6" name="TextBox 5">
            <a:extLst>
              <a:ext uri="{FF2B5EF4-FFF2-40B4-BE49-F238E27FC236}">
                <a16:creationId xmlns:a16="http://schemas.microsoft.com/office/drawing/2014/main" id="{0B1AD944-1815-EE0D-01D4-FD1EEB87EA7D}"/>
              </a:ext>
            </a:extLst>
          </p:cNvPr>
          <p:cNvSpPr txBox="1"/>
          <p:nvPr/>
        </p:nvSpPr>
        <p:spPr>
          <a:xfrm>
            <a:off x="258417" y="89555"/>
            <a:ext cx="1186415" cy="461665"/>
          </a:xfrm>
          <a:prstGeom prst="rect">
            <a:avLst/>
          </a:prstGeom>
          <a:noFill/>
        </p:spPr>
        <p:txBody>
          <a:bodyPr wrap="none" rtlCol="0">
            <a:spAutoFit/>
          </a:bodyPr>
          <a:lstStyle/>
          <a:p>
            <a:r>
              <a:rPr lang="es-419" sz="2400" b="1" dirty="0" err="1"/>
              <a:t>rdtools</a:t>
            </a:r>
            <a:endParaRPr lang="en-US" sz="2400" b="1" dirty="0"/>
          </a:p>
        </p:txBody>
      </p:sp>
    </p:spTree>
    <p:extLst>
      <p:ext uri="{BB962C8B-B14F-4D97-AF65-F5344CB8AC3E}">
        <p14:creationId xmlns:p14="http://schemas.microsoft.com/office/powerpoint/2010/main" val="13508977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5C48C-E936-5436-6CDD-8EBF8652F923}"/>
              </a:ext>
            </a:extLst>
          </p:cNvPr>
          <p:cNvSpPr>
            <a:spLocks noGrp="1"/>
          </p:cNvSpPr>
          <p:nvPr>
            <p:ph type="title"/>
          </p:nvPr>
        </p:nvSpPr>
        <p:spPr/>
        <p:txBody>
          <a:bodyPr/>
          <a:lstStyle/>
          <a:p>
            <a:r>
              <a:rPr lang="en-US" b="1" dirty="0"/>
              <a:t>E. Availability and performance ratio</a:t>
            </a:r>
            <a:endParaRPr lang="en-US" dirty="0"/>
          </a:p>
        </p:txBody>
      </p:sp>
      <p:sp>
        <p:nvSpPr>
          <p:cNvPr id="3" name="Content Placeholder 2">
            <a:extLst>
              <a:ext uri="{FF2B5EF4-FFF2-40B4-BE49-F238E27FC236}">
                <a16:creationId xmlns:a16="http://schemas.microsoft.com/office/drawing/2014/main" id="{C68DF0DD-9E13-8834-70D6-082C0CAF91ED}"/>
              </a:ext>
            </a:extLst>
          </p:cNvPr>
          <p:cNvSpPr>
            <a:spLocks noGrp="1"/>
          </p:cNvSpPr>
          <p:nvPr>
            <p:ph idx="1"/>
          </p:nvPr>
        </p:nvSpPr>
        <p:spPr/>
        <p:txBody>
          <a:bodyPr/>
          <a:lstStyle/>
          <a:p>
            <a:r>
              <a:rPr lang="en-US" dirty="0"/>
              <a:t>Finally, we explored inverter availability with </a:t>
            </a:r>
            <a:r>
              <a:rPr lang="en-US" i="1" dirty="0" err="1"/>
              <a:t>rdtools.availability.AvailabilityAnalysis</a:t>
            </a:r>
            <a:r>
              <a:rPr lang="en-US" i="1" dirty="0"/>
              <a:t> </a:t>
            </a:r>
            <a:r>
              <a:rPr lang="en-US" dirty="0"/>
              <a:t>and calculated monthly PR using measured AC power and modeled POA irradiance.</a:t>
            </a:r>
          </a:p>
          <a:p>
            <a:r>
              <a:rPr lang="en-US" dirty="0"/>
              <a:t>The notebook produces annual availability summaries, monthly PR plots and aggregate statistics</a:t>
            </a:r>
          </a:p>
        </p:txBody>
      </p:sp>
    </p:spTree>
    <p:extLst>
      <p:ext uri="{BB962C8B-B14F-4D97-AF65-F5344CB8AC3E}">
        <p14:creationId xmlns:p14="http://schemas.microsoft.com/office/powerpoint/2010/main" val="37412027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583710A-6C8C-01EA-EBD2-FCB7B5734ED3}"/>
              </a:ext>
            </a:extLst>
          </p:cNvPr>
          <p:cNvPicPr>
            <a:picLocks noGrp="1" noChangeAspect="1"/>
          </p:cNvPicPr>
          <p:nvPr>
            <p:ph idx="1"/>
          </p:nvPr>
        </p:nvPicPr>
        <p:blipFill>
          <a:blip r:embed="rId2"/>
          <a:stretch>
            <a:fillRect/>
          </a:stretch>
        </p:blipFill>
        <p:spPr>
          <a:xfrm>
            <a:off x="1760540" y="643466"/>
            <a:ext cx="8670919" cy="5571067"/>
          </a:xfrm>
          <a:prstGeom prst="rect">
            <a:avLst/>
          </a:prstGeom>
        </p:spPr>
      </p:pic>
    </p:spTree>
    <p:extLst>
      <p:ext uri="{BB962C8B-B14F-4D97-AF65-F5344CB8AC3E}">
        <p14:creationId xmlns:p14="http://schemas.microsoft.com/office/powerpoint/2010/main" val="34414223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698F084-33B1-D940-201E-C5342592BE1B}"/>
              </a:ext>
            </a:extLst>
          </p:cNvPr>
          <p:cNvPicPr>
            <a:picLocks noGrp="1" noChangeAspect="1"/>
          </p:cNvPicPr>
          <p:nvPr>
            <p:ph idx="1"/>
          </p:nvPr>
        </p:nvPicPr>
        <p:blipFill>
          <a:blip r:embed="rId2"/>
          <a:stretch>
            <a:fillRect/>
          </a:stretch>
        </p:blipFill>
        <p:spPr>
          <a:xfrm>
            <a:off x="1907229" y="643466"/>
            <a:ext cx="8377542" cy="5571067"/>
          </a:xfrm>
          <a:prstGeom prst="rect">
            <a:avLst/>
          </a:prstGeom>
        </p:spPr>
      </p:pic>
    </p:spTree>
    <p:extLst>
      <p:ext uri="{BB962C8B-B14F-4D97-AF65-F5344CB8AC3E}">
        <p14:creationId xmlns:p14="http://schemas.microsoft.com/office/powerpoint/2010/main" val="11089510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638AE46-500D-B0BB-0914-E6A8BFA982CC}"/>
              </a:ext>
            </a:extLst>
          </p:cNvPr>
          <p:cNvPicPr>
            <a:picLocks noGrp="1" noChangeAspect="1"/>
          </p:cNvPicPr>
          <p:nvPr>
            <p:ph idx="1"/>
          </p:nvPr>
        </p:nvPicPr>
        <p:blipFill>
          <a:blip r:embed="rId2"/>
          <a:stretch>
            <a:fillRect/>
          </a:stretch>
        </p:blipFill>
        <p:spPr>
          <a:xfrm>
            <a:off x="643467" y="975359"/>
            <a:ext cx="10905066" cy="4907280"/>
          </a:xfrm>
          <a:prstGeom prst="rect">
            <a:avLst/>
          </a:prstGeom>
        </p:spPr>
      </p:pic>
    </p:spTree>
    <p:extLst>
      <p:ext uri="{BB962C8B-B14F-4D97-AF65-F5344CB8AC3E}">
        <p14:creationId xmlns:p14="http://schemas.microsoft.com/office/powerpoint/2010/main" val="3647345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021E519-F868-FA3C-F1C0-23F415344F96}"/>
              </a:ext>
            </a:extLst>
          </p:cNvPr>
          <p:cNvPicPr>
            <a:picLocks noGrp="1" noChangeAspect="1"/>
          </p:cNvPicPr>
          <p:nvPr>
            <p:ph idx="1"/>
          </p:nvPr>
        </p:nvPicPr>
        <p:blipFill>
          <a:blip r:embed="rId2"/>
          <a:stretch>
            <a:fillRect/>
          </a:stretch>
        </p:blipFill>
        <p:spPr>
          <a:xfrm>
            <a:off x="643467" y="1138935"/>
            <a:ext cx="10905066" cy="4580128"/>
          </a:xfrm>
          <a:prstGeom prst="rect">
            <a:avLst/>
          </a:prstGeom>
        </p:spPr>
      </p:pic>
    </p:spTree>
    <p:extLst>
      <p:ext uri="{BB962C8B-B14F-4D97-AF65-F5344CB8AC3E}">
        <p14:creationId xmlns:p14="http://schemas.microsoft.com/office/powerpoint/2010/main" val="2364709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928F97B-A2F8-D7FA-38C5-E36D98C9BF96}"/>
              </a:ext>
            </a:extLst>
          </p:cNvPr>
          <p:cNvGraphicFramePr>
            <a:graphicFrameLocks noGrp="1"/>
          </p:cNvGraphicFramePr>
          <p:nvPr>
            <p:ph idx="1"/>
            <p:extLst>
              <p:ext uri="{D42A27DB-BD31-4B8C-83A1-F6EECF244321}">
                <p14:modId xmlns:p14="http://schemas.microsoft.com/office/powerpoint/2010/main" val="4246951525"/>
              </p:ext>
            </p:extLst>
          </p:nvPr>
        </p:nvGraphicFramePr>
        <p:xfrm>
          <a:off x="1068456" y="1690688"/>
          <a:ext cx="10055088" cy="4982622"/>
        </p:xfrm>
        <a:graphic>
          <a:graphicData uri="http://schemas.openxmlformats.org/drawingml/2006/table">
            <a:tbl>
              <a:tblPr>
                <a:tableStyleId>{5C22544A-7EE6-4342-B048-85BDC9FD1C3A}</a:tableStyleId>
              </a:tblPr>
              <a:tblGrid>
                <a:gridCol w="3604592">
                  <a:extLst>
                    <a:ext uri="{9D8B030D-6E8A-4147-A177-3AD203B41FA5}">
                      <a16:colId xmlns:a16="http://schemas.microsoft.com/office/drawing/2014/main" val="2028156756"/>
                    </a:ext>
                  </a:extLst>
                </a:gridCol>
                <a:gridCol w="6450496">
                  <a:extLst>
                    <a:ext uri="{9D8B030D-6E8A-4147-A177-3AD203B41FA5}">
                      <a16:colId xmlns:a16="http://schemas.microsoft.com/office/drawing/2014/main" val="1965113569"/>
                    </a:ext>
                  </a:extLst>
                </a:gridCol>
              </a:tblGrid>
              <a:tr h="257894">
                <a:tc>
                  <a:txBody>
                    <a:bodyPr/>
                    <a:lstStyle/>
                    <a:p>
                      <a:pPr>
                        <a:buNone/>
                      </a:pPr>
                      <a:r>
                        <a:rPr lang="en-US" sz="1600" b="1" dirty="0"/>
                        <a:t>Problem identified</a:t>
                      </a:r>
                    </a:p>
                  </a:txBody>
                  <a:tcPr marL="60435" marR="60435" marT="30218" marB="30218" anchor="ctr"/>
                </a:tc>
                <a:tc>
                  <a:txBody>
                    <a:bodyPr/>
                    <a:lstStyle/>
                    <a:p>
                      <a:pPr>
                        <a:buNone/>
                      </a:pPr>
                      <a:r>
                        <a:rPr lang="en-US" sz="1600"/>
                        <a:t>What we did about it</a:t>
                      </a:r>
                    </a:p>
                  </a:txBody>
                  <a:tcPr marL="60435" marR="60435" marT="30218" marB="30218" anchor="ctr"/>
                </a:tc>
                <a:extLst>
                  <a:ext uri="{0D108BD9-81ED-4DB2-BD59-A6C34878D82A}">
                    <a16:rowId xmlns:a16="http://schemas.microsoft.com/office/drawing/2014/main" val="989021876"/>
                  </a:ext>
                </a:extLst>
              </a:tr>
              <a:tr h="645567">
                <a:tc>
                  <a:txBody>
                    <a:bodyPr/>
                    <a:lstStyle/>
                    <a:p>
                      <a:pPr>
                        <a:buNone/>
                      </a:pPr>
                      <a:r>
                        <a:rPr lang="en-US" sz="1600" dirty="0" err="1"/>
                        <a:t>Timezone</a:t>
                      </a:r>
                      <a:r>
                        <a:rPr lang="en-US" sz="1600" dirty="0"/>
                        <a:t> mismatch</a:t>
                      </a:r>
                    </a:p>
                  </a:txBody>
                  <a:tcPr marL="60435" marR="60435" marT="30218" marB="30218" anchor="ctr"/>
                </a:tc>
                <a:tc>
                  <a:txBody>
                    <a:bodyPr/>
                    <a:lstStyle/>
                    <a:p>
                      <a:pPr>
                        <a:buNone/>
                      </a:pPr>
                      <a:r>
                        <a:rPr lang="en-US" sz="1600"/>
                        <a:t>Reinterpreted field-data timestamps, applied a five-hour adjustment, and aligned hourly data with NSRDB timestamps at HH:30</a:t>
                      </a:r>
                    </a:p>
                  </a:txBody>
                  <a:tcPr marL="60435" marR="60435" marT="30218" marB="30218" anchor="ctr"/>
                </a:tc>
                <a:extLst>
                  <a:ext uri="{0D108BD9-81ED-4DB2-BD59-A6C34878D82A}">
                    <a16:rowId xmlns:a16="http://schemas.microsoft.com/office/drawing/2014/main" val="1039274393"/>
                  </a:ext>
                </a:extLst>
              </a:tr>
              <a:tr h="451730">
                <a:tc>
                  <a:txBody>
                    <a:bodyPr/>
                    <a:lstStyle/>
                    <a:p>
                      <a:pPr>
                        <a:buNone/>
                      </a:pPr>
                      <a:r>
                        <a:rPr lang="en-US" sz="1600" dirty="0"/>
                        <a:t>Different hourly conventions</a:t>
                      </a:r>
                    </a:p>
                  </a:txBody>
                  <a:tcPr marL="60435" marR="60435" marT="30218" marB="30218" anchor="ctr"/>
                </a:tc>
                <a:tc>
                  <a:txBody>
                    <a:bodyPr/>
                    <a:lstStyle/>
                    <a:p>
                      <a:pPr>
                        <a:buNone/>
                      </a:pPr>
                      <a:r>
                        <a:rPr lang="en-US" sz="1600" dirty="0"/>
                        <a:t>Shifted left-labeled hourly aggregates by 30 minutes to match the center-labeled NSRDB data</a:t>
                      </a:r>
                    </a:p>
                  </a:txBody>
                  <a:tcPr marL="60435" marR="60435" marT="30218" marB="30218" anchor="ctr"/>
                </a:tc>
                <a:extLst>
                  <a:ext uri="{0D108BD9-81ED-4DB2-BD59-A6C34878D82A}">
                    <a16:rowId xmlns:a16="http://schemas.microsoft.com/office/drawing/2014/main" val="1218494153"/>
                  </a:ext>
                </a:extLst>
              </a:tr>
              <a:tr h="645567">
                <a:tc>
                  <a:txBody>
                    <a:bodyPr/>
                    <a:lstStyle/>
                    <a:p>
                      <a:pPr>
                        <a:buNone/>
                      </a:pPr>
                      <a:r>
                        <a:rPr lang="en-US" sz="1600" dirty="0"/>
                        <a:t>Poor measurement availability</a:t>
                      </a:r>
                    </a:p>
                  </a:txBody>
                  <a:tcPr marL="60435" marR="60435" marT="30218" marB="30218" anchor="ctr"/>
                </a:tc>
                <a:tc>
                  <a:txBody>
                    <a:bodyPr/>
                    <a:lstStyle/>
                    <a:p>
                      <a:pPr>
                        <a:buNone/>
                      </a:pPr>
                      <a:r>
                        <a:rPr lang="en-US" sz="1600"/>
                        <a:t>Selected specific periods with sufficient valid measurements rather than analyzing all dates indiscriminately</a:t>
                      </a:r>
                    </a:p>
                  </a:txBody>
                  <a:tcPr marL="60435" marR="60435" marT="30218" marB="30218" anchor="ctr"/>
                </a:tc>
                <a:extLst>
                  <a:ext uri="{0D108BD9-81ED-4DB2-BD59-A6C34878D82A}">
                    <a16:rowId xmlns:a16="http://schemas.microsoft.com/office/drawing/2014/main" val="3268054510"/>
                  </a:ext>
                </a:extLst>
              </a:tr>
              <a:tr h="645567">
                <a:tc>
                  <a:txBody>
                    <a:bodyPr/>
                    <a:lstStyle/>
                    <a:p>
                      <a:pPr>
                        <a:buNone/>
                      </a:pPr>
                      <a:r>
                        <a:rPr lang="en-US" sz="1600"/>
                        <a:t>Meter M2 performance/data drop-off</a:t>
                      </a:r>
                    </a:p>
                  </a:txBody>
                  <a:tcPr marL="60435" marR="60435" marT="30218" marB="30218" anchor="ctr"/>
                </a:tc>
                <a:tc>
                  <a:txBody>
                    <a:bodyPr/>
                    <a:lstStyle/>
                    <a:p>
                      <a:pPr>
                        <a:buNone/>
                      </a:pPr>
                      <a:r>
                        <a:rPr lang="en-US" sz="1600"/>
                        <a:t>Identified a change beginning around May 15, 2022; used inverter measurements for the capacity regressions</a:t>
                      </a:r>
                    </a:p>
                  </a:txBody>
                  <a:tcPr marL="60435" marR="60435" marT="30218" marB="30218" anchor="ctr"/>
                </a:tc>
                <a:extLst>
                  <a:ext uri="{0D108BD9-81ED-4DB2-BD59-A6C34878D82A}">
                    <a16:rowId xmlns:a16="http://schemas.microsoft.com/office/drawing/2014/main" val="4233884567"/>
                  </a:ext>
                </a:extLst>
              </a:tr>
              <a:tr h="451730">
                <a:tc>
                  <a:txBody>
                    <a:bodyPr/>
                    <a:lstStyle/>
                    <a:p>
                      <a:pPr>
                        <a:buNone/>
                      </a:pPr>
                      <a:r>
                        <a:rPr lang="en-US" sz="1600"/>
                        <a:t>Missing wind measurements</a:t>
                      </a:r>
                    </a:p>
                  </a:txBody>
                  <a:tcPr marL="60435" marR="60435" marT="30218" marB="30218" anchor="ctr"/>
                </a:tc>
                <a:tc>
                  <a:txBody>
                    <a:bodyPr/>
                    <a:lstStyle/>
                    <a:p>
                      <a:pPr>
                        <a:buNone/>
                      </a:pPr>
                      <a:r>
                        <a:rPr lang="en-US" sz="1600"/>
                        <a:t>Identified wind-data loss after March 10, 2022, restricting some analyses</a:t>
                      </a:r>
                    </a:p>
                  </a:txBody>
                  <a:tcPr marL="60435" marR="60435" marT="30218" marB="30218" anchor="ctr"/>
                </a:tc>
                <a:extLst>
                  <a:ext uri="{0D108BD9-81ED-4DB2-BD59-A6C34878D82A}">
                    <a16:rowId xmlns:a16="http://schemas.microsoft.com/office/drawing/2014/main" val="1612006640"/>
                  </a:ext>
                </a:extLst>
              </a:tr>
              <a:tr h="451730">
                <a:tc>
                  <a:txBody>
                    <a:bodyPr/>
                    <a:lstStyle/>
                    <a:p>
                      <a:pPr>
                        <a:buNone/>
                      </a:pPr>
                      <a:r>
                        <a:rPr lang="en-US" sz="1600"/>
                        <a:t>Differences between POA sensors</a:t>
                      </a:r>
                    </a:p>
                  </a:txBody>
                  <a:tcPr marL="60435" marR="60435" marT="30218" marB="30218" anchor="ctr"/>
                </a:tc>
                <a:tc>
                  <a:txBody>
                    <a:bodyPr/>
                    <a:lstStyle/>
                    <a:p>
                      <a:pPr>
                        <a:buNone/>
                      </a:pPr>
                      <a:r>
                        <a:rPr lang="en-US" sz="1600"/>
                        <a:t>Compared the reference-cell irradiance and POA channel, then applied a linear adjustment</a:t>
                      </a:r>
                    </a:p>
                  </a:txBody>
                  <a:tcPr marL="60435" marR="60435" marT="30218" marB="30218" anchor="ctr"/>
                </a:tc>
                <a:extLst>
                  <a:ext uri="{0D108BD9-81ED-4DB2-BD59-A6C34878D82A}">
                    <a16:rowId xmlns:a16="http://schemas.microsoft.com/office/drawing/2014/main" val="999906323"/>
                  </a:ext>
                </a:extLst>
              </a:tr>
              <a:tr h="645567">
                <a:tc>
                  <a:txBody>
                    <a:bodyPr/>
                    <a:lstStyle/>
                    <a:p>
                      <a:pPr>
                        <a:buNone/>
                      </a:pPr>
                      <a:r>
                        <a:rPr lang="en-US" sz="1600"/>
                        <a:t>Inverter clipping</a:t>
                      </a:r>
                    </a:p>
                  </a:txBody>
                  <a:tcPr marL="60435" marR="60435" marT="30218" marB="30218" anchor="ctr"/>
                </a:tc>
                <a:tc>
                  <a:txBody>
                    <a:bodyPr/>
                    <a:lstStyle/>
                    <a:p>
                      <a:pPr>
                        <a:buNone/>
                      </a:pPr>
                      <a:r>
                        <a:rPr lang="en-US" sz="1600"/>
                        <a:t>Added upper irradiance filters to avoid fitting capacity regressions in affected operating conditions</a:t>
                      </a:r>
                    </a:p>
                  </a:txBody>
                  <a:tcPr marL="60435" marR="60435" marT="30218" marB="30218" anchor="ctr"/>
                </a:tc>
                <a:extLst>
                  <a:ext uri="{0D108BD9-81ED-4DB2-BD59-A6C34878D82A}">
                    <a16:rowId xmlns:a16="http://schemas.microsoft.com/office/drawing/2014/main" val="3959772932"/>
                  </a:ext>
                </a:extLst>
              </a:tr>
              <a:tr h="451730">
                <a:tc>
                  <a:txBody>
                    <a:bodyPr/>
                    <a:lstStyle/>
                    <a:p>
                      <a:pPr>
                        <a:buNone/>
                      </a:pPr>
                      <a:r>
                        <a:rPr lang="en-US" sz="1600"/>
                        <a:t>Outliers</a:t>
                      </a:r>
                    </a:p>
                  </a:txBody>
                  <a:tcPr marL="60435" marR="60435" marT="30218" marB="30218" anchor="ctr"/>
                </a:tc>
                <a:tc>
                  <a:txBody>
                    <a:bodyPr/>
                    <a:lstStyle/>
                    <a:p>
                      <a:pPr>
                        <a:buNone/>
                      </a:pPr>
                      <a:r>
                        <a:rPr lang="en-US" sz="1600" dirty="0"/>
                        <a:t>Applied regression and </a:t>
                      </a:r>
                      <a:r>
                        <a:rPr lang="en-US" sz="1600" dirty="0" err="1"/>
                        <a:t>RdTools</a:t>
                      </a:r>
                      <a:r>
                        <a:rPr lang="en-US" sz="1600" dirty="0"/>
                        <a:t> filters before estimating performance and degradation</a:t>
                      </a:r>
                    </a:p>
                  </a:txBody>
                  <a:tcPr marL="60435" marR="60435" marT="30218" marB="30218" anchor="ctr"/>
                </a:tc>
                <a:extLst>
                  <a:ext uri="{0D108BD9-81ED-4DB2-BD59-A6C34878D82A}">
                    <a16:rowId xmlns:a16="http://schemas.microsoft.com/office/drawing/2014/main" val="3695586274"/>
                  </a:ext>
                </a:extLst>
              </a:tr>
            </a:tbl>
          </a:graphicData>
        </a:graphic>
      </p:graphicFrame>
      <p:sp>
        <p:nvSpPr>
          <p:cNvPr id="8" name="Title 7">
            <a:extLst>
              <a:ext uri="{FF2B5EF4-FFF2-40B4-BE49-F238E27FC236}">
                <a16:creationId xmlns:a16="http://schemas.microsoft.com/office/drawing/2014/main" id="{1B93E058-5ABA-6A3A-CB54-1EF5D56E044C}"/>
              </a:ext>
            </a:extLst>
          </p:cNvPr>
          <p:cNvSpPr txBox="1">
            <a:spLocks noGrp="1"/>
          </p:cNvSpPr>
          <p:nvPr>
            <p:ph type="title"/>
          </p:nvPr>
        </p:nvSpPr>
        <p:spPr>
          <a:prstGeom prst="rect">
            <a:avLst/>
          </a:prstGeom>
          <a:noFill/>
        </p:spPr>
        <p:txBody>
          <a:bodyPr wrap="square">
            <a:spAutoFit/>
          </a:bodyPr>
          <a:lstStyle/>
          <a:p>
            <a:pPr>
              <a:buNone/>
            </a:pPr>
            <a:r>
              <a:rPr lang="en-US" b="1" dirty="0"/>
              <a:t>2. What we discovered and changed during the analysis</a:t>
            </a:r>
          </a:p>
        </p:txBody>
      </p:sp>
    </p:spTree>
    <p:extLst>
      <p:ext uri="{BB962C8B-B14F-4D97-AF65-F5344CB8AC3E}">
        <p14:creationId xmlns:p14="http://schemas.microsoft.com/office/powerpoint/2010/main" val="2186149951"/>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Farmacêutico">
  <a:themeElements>
    <a:clrScheme name="FOTOVOLTAICA_UFSC">
      <a:dk1>
        <a:sysClr val="windowText" lastClr="000000"/>
      </a:dk1>
      <a:lt1>
        <a:sysClr val="window" lastClr="FFFFFF"/>
      </a:lt1>
      <a:dk2>
        <a:srgbClr val="564B3C"/>
      </a:dk2>
      <a:lt2>
        <a:srgbClr val="ECEDD1"/>
      </a:lt2>
      <a:accent1>
        <a:srgbClr val="EB6A2B"/>
      </a:accent1>
      <a:accent2>
        <a:srgbClr val="F18D2C"/>
      </a:accent2>
      <a:accent3>
        <a:srgbClr val="F5A22B"/>
      </a:accent3>
      <a:accent4>
        <a:srgbClr val="FABC34"/>
      </a:accent4>
      <a:accent5>
        <a:srgbClr val="E8B54D"/>
      </a:accent5>
      <a:accent6>
        <a:srgbClr val="786C71"/>
      </a:accent6>
      <a:hlink>
        <a:srgbClr val="CF543F"/>
      </a:hlink>
      <a:folHlink>
        <a:srgbClr val="B2B2B2"/>
      </a:folHlink>
    </a:clrScheme>
    <a:fontScheme name="FOTOVOLTAICA_UFSC">
      <a:majorFont>
        <a:latin typeface="Univers LT Std 57 Cn"/>
        <a:ea typeface=""/>
        <a:cs typeface=""/>
      </a:majorFont>
      <a:minorFont>
        <a:latin typeface="Calibri"/>
        <a:ea typeface=""/>
        <a:cs typeface=""/>
      </a:minorFont>
    </a:fontScheme>
    <a:fmtScheme name="Farmacêutico">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solidFill>
          <a:schemeClr val="phClr">
            <a:tint val="93000"/>
            <a:satMod val="140000"/>
          </a:schemeClr>
        </a:solidFill>
        <a:blipFill rotWithShape="1">
          <a:blip xmlns:r="http://schemas.openxmlformats.org/officeDocument/2006/relationships" r:embed="rId1">
            <a:duotone>
              <a:schemeClr val="phClr">
                <a:tint val="70000"/>
                <a:satMod val="170000"/>
              </a:schemeClr>
              <a:schemeClr val="phClr">
                <a:shade val="70000"/>
                <a:satMod val="13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798</TotalTime>
  <Words>2528</Words>
  <Application>Microsoft Office PowerPoint</Application>
  <PresentationFormat>Widescreen</PresentationFormat>
  <Paragraphs>347</Paragraphs>
  <Slides>59</Slides>
  <Notes>15</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59</vt:i4>
      </vt:variant>
    </vt:vector>
  </HeadingPairs>
  <TitlesOfParts>
    <vt:vector size="69" baseType="lpstr">
      <vt:lpstr>Aptos</vt:lpstr>
      <vt:lpstr>Aptos Display</vt:lpstr>
      <vt:lpstr>Arial</vt:lpstr>
      <vt:lpstr>Calibri</vt:lpstr>
      <vt:lpstr>Cambria Math</vt:lpstr>
      <vt:lpstr>Open Sans</vt:lpstr>
      <vt:lpstr>Seaford</vt:lpstr>
      <vt:lpstr>Univers LT Std 57 Cn</vt:lpstr>
      <vt:lpstr>Office Theme</vt:lpstr>
      <vt:lpstr>Farmacêutico</vt:lpstr>
      <vt:lpstr>PowerPoint Presentation</vt:lpstr>
      <vt:lpstr>PowerPoint Presentation</vt:lpstr>
      <vt:lpstr>Hoje</vt:lpstr>
      <vt:lpstr>Quem sabe o que este código faz?</vt:lpstr>
      <vt:lpstr>Manhã:  Dos dados meteorológicos à simulação de desempenho </vt:lpstr>
      <vt:lpstr>Github: https://github.com/PV-Tutorials/2026_pvlib-and-performance_CBENS  </vt:lpstr>
      <vt:lpstr>Da simulação à realidade</vt:lpstr>
      <vt:lpstr>Tarde:  Caso de estudo </vt:lpstr>
      <vt:lpstr>Desafio da tarde — Escolha sua investigação!</vt:lpstr>
      <vt:lpstr>O tempo toma tempo</vt:lpstr>
      <vt:lpstr>Dados: intervalou ou instante?</vt:lpstr>
      <vt:lpstr>Left, right ou center? Valor é similar mais pode ter consecuencias depois..</vt:lpstr>
      <vt:lpstr>Consequências de usar averaging e horários incorretos</vt:lpstr>
      <vt:lpstr>PowerPoint Presentation</vt:lpstr>
      <vt:lpstr>Convenções temporais em ferramentas e bases meteorológicas</vt:lpstr>
      <vt:lpstr>tz_localize =! tz_convert</vt:lpstr>
      <vt:lpstr>Exemplo: UTC-5 fixo ou America/New_York?</vt:lpstr>
      <vt:lpstr>Seleccao do Modelo</vt:lpstr>
      <vt:lpstr>PVWatts</vt:lpstr>
      <vt:lpstr>Single-Diode Model vs PVWatts</vt:lpstr>
      <vt:lpstr>Podemos usar PVWatts?</vt:lpstr>
      <vt:lpstr>KPIs</vt:lpstr>
      <vt:lpstr>PowerPoint Presentation</vt:lpstr>
      <vt:lpstr>Sensitividade</vt:lpstr>
      <vt:lpstr>PowerPoint Presentation</vt:lpstr>
      <vt:lpstr>De onde vem a incerteza na previsão de energia? </vt:lpstr>
      <vt:lpstr>P50 é uma estimativa central da geração. P90 incorpora o risco de produzir menos energia do que o esperado </vt:lpstr>
      <vt:lpstr>P90 e un scenario conservador, Utilizado em análises de risco e capacidade de pagamento da dívida. </vt:lpstr>
      <vt:lpstr>Quanto maior a incerteza,  maior a distância entre P50 e P90</vt:lpstr>
      <vt:lpstr>Perdas</vt:lpstr>
      <vt:lpstr>Power Loss Sources</vt:lpstr>
      <vt:lpstr>Ajustando as perdas na simulação</vt:lpstr>
      <vt:lpstr>Comparando Modelo vs Medida</vt:lpstr>
      <vt:lpstr>Como sabemos se nosso modelo representa a realidade?</vt:lpstr>
      <vt:lpstr>Métricas de erro: RMSE, MBE, MAE, outras</vt:lpstr>
      <vt:lpstr>Métricas de erro: RMSE, MBE, MAE, outras</vt:lpstr>
      <vt:lpstr>Métricas de erro: RMSE, MBE e versões normalizadas</vt:lpstr>
      <vt:lpstr>Qual métrica usar? Depende da pergunta! </vt:lpstr>
      <vt:lpstr>Our Site: Deeper dive</vt:lpstr>
      <vt:lpstr>System Health: What does the operational data tell us?</vt:lpstr>
      <vt:lpstr>Losses identified in previous study</vt:lpstr>
      <vt:lpstr>Modelagem da Usina Ovaitt et al. Modeling Aging systems and Lifecycle Decisions. EUPVSEC 2026 </vt:lpstr>
      <vt:lpstr>PowerPoint Presentation</vt:lpstr>
      <vt:lpstr>PowerPoint Presentation</vt:lpstr>
      <vt:lpstr>A. Capacity testing with PVCaptest</vt:lpstr>
      <vt:lpstr>PowerPoint Presentation</vt:lpstr>
      <vt:lpstr>B. Comparing measured capacity with SAM </vt:lpstr>
      <vt:lpstr>PowerPoint Presentation</vt:lpstr>
      <vt:lpstr>C. Capacity changes over time </vt:lpstr>
      <vt:lpstr>PowerPoint Presentation</vt:lpstr>
      <vt:lpstr>D. Degradation analysis with RdTools </vt:lpstr>
      <vt:lpstr>PowerPoint Presentation</vt:lpstr>
      <vt:lpstr>PowerPoint Presentation</vt:lpstr>
      <vt:lpstr>E. Availability and performance ratio</vt:lpstr>
      <vt:lpstr>PowerPoint Presentation</vt:lpstr>
      <vt:lpstr>PowerPoint Presentation</vt:lpstr>
      <vt:lpstr>PowerPoint Presentation</vt:lpstr>
      <vt:lpstr>PowerPoint Presentation</vt:lpstr>
      <vt:lpstr>2. What we discovered and changed during the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Silvana Ovaitt</dc:creator>
  <cp:lastModifiedBy>Silvana Ovaitt</cp:lastModifiedBy>
  <cp:revision>1</cp:revision>
  <dcterms:created xsi:type="dcterms:W3CDTF">2026-10-23T12:03:17Z</dcterms:created>
  <dcterms:modified xsi:type="dcterms:W3CDTF">2026-10-26T22:23:30Z</dcterms:modified>
</cp:coreProperties>
</file>